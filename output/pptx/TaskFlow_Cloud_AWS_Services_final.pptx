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bf6d608e7e4fe5" /><Relationship Type="http://schemas.openxmlformats.org/officeDocument/2006/relationships/extended-properties" Target="/docProps/app.xml" Id="R56efac8eb17240ea" /><Relationship Type="http://schemas.openxmlformats.org/officeDocument/2006/relationships/officeDocument" Target="/ppt/presentation.xml" Id="Rd6d9f1ad91ab41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8434d1ac7344bc"/>
  </p:sldMasterIdLst>
  <p:notesMasterIdLst>
    <p:notesMasterId xmlns:r="http://schemas.openxmlformats.org/officeDocument/2006/relationships" r:id="Rca1f831529bf413c"/>
  </p:notesMasterIdLst>
  <p:sldIdLst>
    <p:sldId xmlns:r="http://schemas.openxmlformats.org/officeDocument/2006/relationships" id="256" r:id="Rf22647c1571e4918"/>
    <p:sldId xmlns:r="http://schemas.openxmlformats.org/officeDocument/2006/relationships" id="257" r:id="R7659b4726a454bd8"/>
    <p:sldId xmlns:r="http://schemas.openxmlformats.org/officeDocument/2006/relationships" id="258" r:id="Rcce95025352f435c"/>
    <p:sldId xmlns:r="http://schemas.openxmlformats.org/officeDocument/2006/relationships" id="259" r:id="Rc77cae76b0c244ff"/>
    <p:sldId xmlns:r="http://schemas.openxmlformats.org/officeDocument/2006/relationships" id="260" r:id="R47d6427a7ac84dfb"/>
    <p:sldId xmlns:r="http://schemas.openxmlformats.org/officeDocument/2006/relationships" id="261" r:id="R55a364cffc744a19"/>
    <p:sldId xmlns:r="http://schemas.openxmlformats.org/officeDocument/2006/relationships" id="262" r:id="Rd765fd57ab4d4814"/>
    <p:sldId xmlns:r="http://schemas.openxmlformats.org/officeDocument/2006/relationships" id="263" r:id="Rafcfd57402774566"/>
    <p:sldId xmlns:r="http://schemas.openxmlformats.org/officeDocument/2006/relationships" id="264" r:id="Rd72769a3a8f149a1"/>
    <p:sldId xmlns:r="http://schemas.openxmlformats.org/officeDocument/2006/relationships" id="265" r:id="R1da92e617073453b"/>
    <p:sldId xmlns:r="http://schemas.openxmlformats.org/officeDocument/2006/relationships" id="266" r:id="R33acb27783f04b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5ca690a876491b" /><Relationship Type="http://schemas.openxmlformats.org/officeDocument/2006/relationships/slideMaster" Target="/ppt/slideMasters/slideMaster1.xml" Id="Rb68434d1ac7344bc" /><Relationship Type="http://schemas.openxmlformats.org/officeDocument/2006/relationships/notesMaster" Target="/ppt/notesMasters/notesMaster1.xml" Id="Rca1f831529bf413c" /><Relationship Type="http://schemas.openxmlformats.org/officeDocument/2006/relationships/presProps" Target="/ppt/presProps.xml" Id="R704411020a2043fc" /><Relationship Type="http://schemas.openxmlformats.org/officeDocument/2006/relationships/tableStyles" Target="/ppt/tableStyles.xml" Id="R05f15463368b4220" /><Relationship Type="http://schemas.openxmlformats.org/officeDocument/2006/relationships/slide" Target="/ppt/slides/slide1.xml" Id="Rf22647c1571e4918" /><Relationship Type="http://schemas.openxmlformats.org/officeDocument/2006/relationships/slide" Target="/ppt/slides/slide2.xml" Id="R7659b4726a454bd8" /><Relationship Type="http://schemas.openxmlformats.org/officeDocument/2006/relationships/slide" Target="/ppt/slides/slide3.xml" Id="Rcce95025352f435c" /><Relationship Type="http://schemas.openxmlformats.org/officeDocument/2006/relationships/slide" Target="/ppt/slides/slide4.xml" Id="Rc77cae76b0c244ff" /><Relationship Type="http://schemas.openxmlformats.org/officeDocument/2006/relationships/slide" Target="/ppt/slides/slide5.xml" Id="R47d6427a7ac84dfb" /><Relationship Type="http://schemas.openxmlformats.org/officeDocument/2006/relationships/slide" Target="/ppt/slides/slide6.xml" Id="R55a364cffc744a19" /><Relationship Type="http://schemas.openxmlformats.org/officeDocument/2006/relationships/slide" Target="/ppt/slides/slide7.xml" Id="Rd765fd57ab4d4814" /><Relationship Type="http://schemas.openxmlformats.org/officeDocument/2006/relationships/slide" Target="/ppt/slides/slide8.xml" Id="Rafcfd57402774566" /><Relationship Type="http://schemas.openxmlformats.org/officeDocument/2006/relationships/slide" Target="/ppt/slides/slide9.xml" Id="Rd72769a3a8f149a1" /><Relationship Type="http://schemas.openxmlformats.org/officeDocument/2006/relationships/slide" Target="/ppt/slides/slide10.xml" Id="R1da92e617073453b" /><Relationship Type="http://schemas.openxmlformats.org/officeDocument/2006/relationships/slide" Target="/ppt/slides/slide11.xml" Id="R33acb27783f04b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7a07eb381e4c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49cea8c17846a6" /><Relationship Type="http://schemas.openxmlformats.org/officeDocument/2006/relationships/notesMaster" Target="/ppt/notesMasters/notesMaster1.xml" Id="R7687d044719146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37aae760d44422" /><Relationship Type="http://schemas.openxmlformats.org/officeDocument/2006/relationships/notesMaster" Target="/ppt/notesMasters/notesMaster1.xml" Id="R6dc0a6a9e2474d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5198a177ee4696" /><Relationship Type="http://schemas.openxmlformats.org/officeDocument/2006/relationships/notesMaster" Target="/ppt/notesMasters/notesMaster1.xml" Id="Rdc7bb03bcc4241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84d987c78c49b0" /><Relationship Type="http://schemas.openxmlformats.org/officeDocument/2006/relationships/notesMaster" Target="/ppt/notesMasters/notesMaster1.xml" Id="R9a0e4cfefef445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0a2808115c4176" /><Relationship Type="http://schemas.openxmlformats.org/officeDocument/2006/relationships/notesMaster" Target="/ppt/notesMasters/notesMaster1.xml" Id="R32c5ba245a3849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16382b8ecf4cad" /><Relationship Type="http://schemas.openxmlformats.org/officeDocument/2006/relationships/notesMaster" Target="/ppt/notesMasters/notesMaster1.xml" Id="R6e78fd26e14d43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40f1138d094c4d" /><Relationship Type="http://schemas.openxmlformats.org/officeDocument/2006/relationships/notesMaster" Target="/ppt/notesMasters/notesMaster1.xml" Id="Rf68bebe9cfe641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3e21471d844f5b" /><Relationship Type="http://schemas.openxmlformats.org/officeDocument/2006/relationships/notesMaster" Target="/ppt/notesMasters/notesMaster1.xml" Id="R1c4fdd69f0144e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00c374ff254096" /><Relationship Type="http://schemas.openxmlformats.org/officeDocument/2006/relationships/notesMaster" Target="/ppt/notesMasters/notesMaster1.xml" Id="Rf5488fbd2e8a4f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9ff44da270493f" /><Relationship Type="http://schemas.openxmlformats.org/officeDocument/2006/relationships/notesMaster" Target="/ppt/notesMasters/notesMaster1.xml" Id="R11047626ecad47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50562c6f2a46a7" /><Relationship Type="http://schemas.openxmlformats.org/officeDocument/2006/relationships/notesMaster" Target="/ppt/notesMasters/notesMaster1.xml" Id="R245c012fffbc40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1d7cb1bd544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24c2c028f45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b9aa437f145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2c9c0e649043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fe9ad527444e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5d826c2d64a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C963EA-D666-474F-BEB0-A549F824C0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290A60-A139-466B-86DF-C526C3243D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FE47C53-210F-41C1-B1AA-FA2B1A784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7FB624-9ACD-431A-8AE1-38B4ED491F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EA31555-62BB-48AE-8069-A87A765112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7D9E913-68E1-462C-8F9F-8B7A2988F4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B194EC-03B1-4D6E-81E5-ACF9657BA5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1B47C83-82E9-47E3-BC87-47513D5F82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5E2BD4-14D0-4EAB-8C03-5714E6DB22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213CEC-6564-43A9-A36D-53EDC928B1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f95001a5d945ee" /><Relationship Type="http://schemas.openxmlformats.org/officeDocument/2006/relationships/slideLayout" Target="/ppt/slideLayouts/slideLayout1.xml" Id="Rf18591edd00b484d" /><Relationship Type="http://schemas.openxmlformats.org/officeDocument/2006/relationships/slideLayout" Target="/ppt/slideLayouts/slideLayout2.xml" Id="R31e794b2e59e4ecf" /><Relationship Type="http://schemas.openxmlformats.org/officeDocument/2006/relationships/slideLayout" Target="/ppt/slideLayouts/slideLayout3.xml" Id="R7c5226ec4c6c452f" /><Relationship Type="http://schemas.openxmlformats.org/officeDocument/2006/relationships/slideLayout" Target="/ppt/slideLayouts/slideLayout4.xml" Id="Rbee42661e5254d7c" /><Relationship Type="http://schemas.openxmlformats.org/officeDocument/2006/relationships/slideLayout" Target="/ppt/slideLayouts/slideLayout5.xml" Id="R300f9f5c236c4b70" /><Relationship Type="http://schemas.openxmlformats.org/officeDocument/2006/relationships/slideLayout" Target="/ppt/slideLayouts/slideLayout6.xml" Id="Rdf148c05389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8591edd00b484d"/>
    <p:sldLayoutId xmlns:r="http://schemas.openxmlformats.org/officeDocument/2006/relationships" id="2147483650" r:id="R31e794b2e59e4ecf"/>
    <p:sldLayoutId xmlns:r="http://schemas.openxmlformats.org/officeDocument/2006/relationships" id="2147483651" r:id="R7c5226ec4c6c452f"/>
    <p:sldLayoutId xmlns:r="http://schemas.openxmlformats.org/officeDocument/2006/relationships" id="2147483652" r:id="Rbee42661e5254d7c"/>
    <p:sldLayoutId xmlns:r="http://schemas.openxmlformats.org/officeDocument/2006/relationships" id="2147483653" r:id="R300f9f5c236c4b70"/>
    <p:sldLayoutId xmlns:r="http://schemas.openxmlformats.org/officeDocument/2006/relationships" id="2147483654" r:id="Rdf148c05389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386f94b674134" /><Relationship Type="http://schemas.openxmlformats.org/officeDocument/2006/relationships/notesSlide" Target="/ppt/notesSlides/notesSlide1.xml" Id="Rff82380961044b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92019121b04dcb" /><Relationship Type="http://schemas.openxmlformats.org/officeDocument/2006/relationships/notesSlide" Target="/ppt/notesSlides/notesSlide2.xml" Id="R972b0adc1bf143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d8cbf43ef745f7" /><Relationship Type="http://schemas.openxmlformats.org/officeDocument/2006/relationships/notesSlide" Target="/ppt/notesSlides/notesSlide3.xml" Id="R615b1e6be5474a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c4cb81d9934a8e" /><Relationship Type="http://schemas.openxmlformats.org/officeDocument/2006/relationships/notesSlide" Target="/ppt/notesSlides/notesSlide4.xml" Id="R075ed209f54c4c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ba6791596e4739" /><Relationship Type="http://schemas.openxmlformats.org/officeDocument/2006/relationships/notesSlide" Target="/ppt/notesSlides/notesSlide5.xml" Id="R3f79d774567d41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c21efd476e4602" /><Relationship Type="http://schemas.openxmlformats.org/officeDocument/2006/relationships/notesSlide" Target="/ppt/notesSlides/notesSlide6.xml" Id="R43ef731a043344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5237bc466b47ec" /><Relationship Type="http://schemas.openxmlformats.org/officeDocument/2006/relationships/notesSlide" Target="/ppt/notesSlides/notesSlide7.xml" Id="R4bb2a7dfa0a846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92bbd83f234600" /><Relationship Type="http://schemas.openxmlformats.org/officeDocument/2006/relationships/notesSlide" Target="/ppt/notesSlides/notesSlide8.xml" Id="R969ad19119774f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ab2e3ee57f4b56" /><Relationship Type="http://schemas.openxmlformats.org/officeDocument/2006/relationships/notesSlide" Target="/ppt/notesSlides/notesSlide9.xml" Id="R6f1a1519b86241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28c02709ad4d1d" /><Relationship Type="http://schemas.openxmlformats.org/officeDocument/2006/relationships/notesSlide" Target="/ppt/notesSlides/notesSlide10.xml" Id="R10ea626aa39344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313eb8b71a4bc6" /><Relationship Type="http://schemas.openxmlformats.org/officeDocument/2006/relationships/notesSlide" Target="/ppt/notesSlides/notesSlide11.xml" Id="R0d83be770e8240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8D710-C3BD-42F4-8B5F-B192AA07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773BC-5DE9-4A2D-88CD-D901FB95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1FB32-BFD1-4177-8F75-08B91DED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</a:defRPr>
            </a:defPPr>
            <a:lvl1pPr algn="l">
              <a:defRPr sz="3600" b="1">
                <a:solidFill>
                  <a:srgbClr val="FFFFFF"/>
                </a:solidFill>
              </a:defRPr>
            </a:lvl1pPr>
            <a:lvl2pPr algn="l">
              <a:defRPr sz="3600" b="1">
                <a:solidFill>
                  <a:srgbClr val="FFFFFF"/>
                </a:solidFill>
              </a:defRPr>
            </a:lvl2pPr>
            <a:lvl3pPr algn="l">
              <a:defRPr sz="3600" b="1">
                <a:solidFill>
                  <a:srgbClr val="FFFFFF"/>
                </a:solidFill>
              </a:defRPr>
            </a:lvl3pPr>
            <a:lvl4pPr algn="l">
              <a:defRPr sz="3600" b="1">
                <a:solidFill>
                  <a:srgbClr val="FFFFFF"/>
                </a:solidFill>
              </a:defRPr>
            </a:lvl4pPr>
            <a:lvl5pPr algn="l">
              <a:defRPr sz="3600" b="1">
                <a:solidFill>
                  <a:srgbClr val="FFFFFF"/>
                </a:solidFill>
              </a:defRPr>
            </a:lvl5pPr>
            <a:lvl6pPr algn="l">
              <a:defRPr sz="3600" b="1">
                <a:solidFill>
                  <a:srgbClr val="FFFFFF"/>
                </a:solidFill>
              </a:defRPr>
            </a:lvl6pPr>
            <a:lvl7pPr algn="l">
              <a:defRPr sz="3600" b="1">
                <a:solidFill>
                  <a:srgbClr val="FFFFFF"/>
                </a:solidFill>
              </a:defRPr>
            </a:lvl7pPr>
            <a:lvl8pPr algn="l">
              <a:defRPr sz="3600" b="1">
                <a:solidFill>
                  <a:srgbClr val="FFFFFF"/>
                </a:solidFill>
              </a:defRPr>
            </a:lvl8pPr>
            <a:lvl9pPr algn="l">
              <a:defRPr sz="3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TaskFlow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DA0C0-6809-43A3-9795-F89FBE8D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D9EAF7"/>
                </a:solidFill>
              </a:defRPr>
            </a:defPPr>
            <a:lvl1pPr algn="l">
              <a:defRPr sz="2025" b="0">
                <a:solidFill>
                  <a:srgbClr val="D9EAF7"/>
                </a:solidFill>
              </a:defRPr>
            </a:lvl1pPr>
            <a:lvl2pPr algn="l">
              <a:defRPr sz="2025" b="0">
                <a:solidFill>
                  <a:srgbClr val="D9EAF7"/>
                </a:solidFill>
              </a:defRPr>
            </a:lvl2pPr>
            <a:lvl3pPr algn="l">
              <a:defRPr sz="2025" b="0">
                <a:solidFill>
                  <a:srgbClr val="D9EAF7"/>
                </a:solidFill>
              </a:defRPr>
            </a:lvl3pPr>
            <a:lvl4pPr algn="l">
              <a:defRPr sz="2025" b="0">
                <a:solidFill>
                  <a:srgbClr val="D9EAF7"/>
                </a:solidFill>
              </a:defRPr>
            </a:lvl4pPr>
            <a:lvl5pPr algn="l">
              <a:defRPr sz="2025" b="0">
                <a:solidFill>
                  <a:srgbClr val="D9EAF7"/>
                </a:solidFill>
              </a:defRPr>
            </a:lvl5pPr>
            <a:lvl6pPr algn="l">
              <a:defRPr sz="2025" b="0">
                <a:solidFill>
                  <a:srgbClr val="D9EAF7"/>
                </a:solidFill>
              </a:defRPr>
            </a:lvl6pPr>
            <a:lvl7pPr algn="l">
              <a:defRPr sz="2025" b="0">
                <a:solidFill>
                  <a:srgbClr val="D9EAF7"/>
                </a:solidFill>
              </a:defRPr>
            </a:lvl7pPr>
            <a:lvl8pPr algn="l">
              <a:defRPr sz="2025" b="0">
                <a:solidFill>
                  <a:srgbClr val="D9EAF7"/>
                </a:solidFill>
              </a:defRPr>
            </a:lvl8pPr>
            <a:lvl9pPr algn="l">
              <a:defRPr sz="2025" b="0">
                <a:solidFill>
                  <a:srgbClr val="D9EAF7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9EAF7"/>
                </a:solidFill>
              </a:defRPr>
            </a:pPr>
            <a:r>
              <a:rPr sz="2025" b="0">
                <a:solidFill>
                  <a:srgbClr val="D9EAF7"/>
                </a:solidFill>
              </a:rPr>
              <a:t>AWS Amplify, Amazon EC2 and Amazon 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AE2E6-48A3-4C9B-ACE6-E0A65DE0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42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</a:defRPr>
            </a:defPPr>
            <a:lvl1pPr algn="l">
              <a:defRPr sz="1500" b="0">
                <a:solidFill>
                  <a:srgbClr val="FFFFFF"/>
                </a:solidFill>
              </a:defRPr>
            </a:lvl1pPr>
            <a:lvl2pPr algn="l">
              <a:defRPr sz="1500" b="0">
                <a:solidFill>
                  <a:srgbClr val="FFFFFF"/>
                </a:solidFill>
              </a:defRPr>
            </a:lvl2pPr>
            <a:lvl3pPr algn="l">
              <a:defRPr sz="1500" b="0">
                <a:solidFill>
                  <a:srgbClr val="FFFFFF"/>
                </a:solidFill>
              </a:defRPr>
            </a:lvl3pPr>
            <a:lvl4pPr algn="l">
              <a:defRPr sz="1500" b="0">
                <a:solidFill>
                  <a:srgbClr val="FFFFFF"/>
                </a:solidFill>
              </a:defRPr>
            </a:lvl4pPr>
            <a:lvl5pPr algn="l">
              <a:defRPr sz="1500" b="0">
                <a:solidFill>
                  <a:srgbClr val="FFFFFF"/>
                </a:solidFill>
              </a:defRPr>
            </a:lvl5pPr>
            <a:lvl6pPr algn="l">
              <a:defRPr sz="1500" b="0">
                <a:solidFill>
                  <a:srgbClr val="FFFFFF"/>
                </a:solidFill>
              </a:defRPr>
            </a:lvl6pPr>
            <a:lvl7pPr algn="l">
              <a:defRPr sz="1500" b="0">
                <a:solidFill>
                  <a:srgbClr val="FFFFFF"/>
                </a:solidFill>
              </a:defRPr>
            </a:lvl7pPr>
            <a:lvl8pPr algn="l">
              <a:defRPr sz="1500" b="0">
                <a:solidFill>
                  <a:srgbClr val="FFFFFF"/>
                </a:solidFill>
              </a:defRPr>
            </a:lvl8pPr>
            <a:lvl9pPr algn="l">
              <a:defRPr sz="15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How the cloud services support a student task and study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B9F6C-9B2D-43B9-9246-E21978B5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C7D7E3"/>
                </a:solidFill>
              </a:defRPr>
            </a:defPPr>
            <a:lvl1pPr algn="l">
              <a:defRPr sz="975" b="0">
                <a:solidFill>
                  <a:srgbClr val="C7D7E3"/>
                </a:solidFill>
              </a:defRPr>
            </a:lvl1pPr>
            <a:lvl2pPr algn="l">
              <a:defRPr sz="975" b="0">
                <a:solidFill>
                  <a:srgbClr val="C7D7E3"/>
                </a:solidFill>
              </a:defRPr>
            </a:lvl2pPr>
            <a:lvl3pPr algn="l">
              <a:defRPr sz="975" b="0">
                <a:solidFill>
                  <a:srgbClr val="C7D7E3"/>
                </a:solidFill>
              </a:defRPr>
            </a:lvl3pPr>
            <a:lvl4pPr algn="l">
              <a:defRPr sz="975" b="0">
                <a:solidFill>
                  <a:srgbClr val="C7D7E3"/>
                </a:solidFill>
              </a:defRPr>
            </a:lvl4pPr>
            <a:lvl5pPr algn="l">
              <a:defRPr sz="975" b="0">
                <a:solidFill>
                  <a:srgbClr val="C7D7E3"/>
                </a:solidFill>
              </a:defRPr>
            </a:lvl5pPr>
            <a:lvl6pPr algn="l">
              <a:defRPr sz="975" b="0">
                <a:solidFill>
                  <a:srgbClr val="C7D7E3"/>
                </a:solidFill>
              </a:defRPr>
            </a:lvl6pPr>
            <a:lvl7pPr algn="l">
              <a:defRPr sz="975" b="0">
                <a:solidFill>
                  <a:srgbClr val="C7D7E3"/>
                </a:solidFill>
              </a:defRPr>
            </a:lvl7pPr>
            <a:lvl8pPr algn="l">
              <a:defRPr sz="975" b="0">
                <a:solidFill>
                  <a:srgbClr val="C7D7E3"/>
                </a:solidFill>
              </a:defRPr>
            </a:lvl8pPr>
            <a:lvl9pPr algn="l">
              <a:defRPr sz="975" b="0">
                <a:solidFill>
                  <a:srgbClr val="C7D7E3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C7D7E3"/>
                </a:solidFill>
              </a:defRPr>
            </a:pPr>
            <a:r>
              <a:rPr sz="975" b="0">
                <a:solidFill>
                  <a:srgbClr val="C7D7E3"/>
                </a:solidFill>
              </a:rPr>
              <a:t>Cloud Computing  |  Shah &amp; Anchor Kutchhi Engineering College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8D5BF-7DFF-4CCD-B2AB-66155103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29051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E9197-9179-4ED1-98D5-E7A2C270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46EB4"/>
                </a:solidFill>
              </a:defRPr>
            </a:defPPr>
            <a:lvl1pPr algn="l">
              <a:defRPr sz="1275" b="1">
                <a:solidFill>
                  <a:srgbClr val="146EB4"/>
                </a:solidFill>
              </a:defRPr>
            </a:lvl1pPr>
            <a:lvl2pPr algn="l">
              <a:defRPr sz="1275" b="1">
                <a:solidFill>
                  <a:srgbClr val="146EB4"/>
                </a:solidFill>
              </a:defRPr>
            </a:lvl2pPr>
            <a:lvl3pPr algn="l">
              <a:defRPr sz="1275" b="1">
                <a:solidFill>
                  <a:srgbClr val="146EB4"/>
                </a:solidFill>
              </a:defRPr>
            </a:lvl3pPr>
            <a:lvl4pPr algn="l">
              <a:defRPr sz="1275" b="1">
                <a:solidFill>
                  <a:srgbClr val="146EB4"/>
                </a:solidFill>
              </a:defRPr>
            </a:lvl4pPr>
            <a:lvl5pPr algn="l">
              <a:defRPr sz="1275" b="1">
                <a:solidFill>
                  <a:srgbClr val="146EB4"/>
                </a:solidFill>
              </a:defRPr>
            </a:lvl5pPr>
            <a:lvl6pPr algn="l">
              <a:defRPr sz="1275" b="1">
                <a:solidFill>
                  <a:srgbClr val="146EB4"/>
                </a:solidFill>
              </a:defRPr>
            </a:lvl6pPr>
            <a:lvl7pPr algn="l">
              <a:defRPr sz="1275" b="1">
                <a:solidFill>
                  <a:srgbClr val="146EB4"/>
                </a:solidFill>
              </a:defRPr>
            </a:lvl7pPr>
            <a:lvl8pPr algn="l">
              <a:defRPr sz="1275" b="1">
                <a:solidFill>
                  <a:srgbClr val="146EB4"/>
                </a:solidFill>
              </a:defRPr>
            </a:lvl8pPr>
            <a:lvl9pPr algn="l">
              <a:defRPr sz="127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46EB4"/>
                </a:solidFill>
              </a:defRPr>
            </a:pPr>
            <a:r>
              <a:rPr sz="1275" b="1">
                <a:solidFill>
                  <a:srgbClr val="146EB4"/>
                </a:solidFill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7283A-AA12-47EB-A67D-118C7916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</a:defRPr>
            </a:defPPr>
            <a:lvl1pPr algn="l">
              <a:defRPr sz="1725" b="1">
                <a:solidFill>
                  <a:srgbClr val="102A43"/>
                </a:solidFill>
              </a:defRPr>
            </a:lvl1pPr>
            <a:lvl2pPr algn="l">
              <a:defRPr sz="1725" b="1">
                <a:solidFill>
                  <a:srgbClr val="102A43"/>
                </a:solidFill>
              </a:defRPr>
            </a:lvl2pPr>
            <a:lvl3pPr algn="l">
              <a:defRPr sz="1725" b="1">
                <a:solidFill>
                  <a:srgbClr val="102A43"/>
                </a:solidFill>
              </a:defRPr>
            </a:lvl3pPr>
            <a:lvl4pPr algn="l">
              <a:defRPr sz="1725" b="1">
                <a:solidFill>
                  <a:srgbClr val="102A43"/>
                </a:solidFill>
              </a:defRPr>
            </a:lvl4pPr>
            <a:lvl5pPr algn="l">
              <a:defRPr sz="1725" b="1">
                <a:solidFill>
                  <a:srgbClr val="102A43"/>
                </a:solidFill>
              </a:defRPr>
            </a:lvl5pPr>
            <a:lvl6pPr algn="l">
              <a:defRPr sz="1725" b="1">
                <a:solidFill>
                  <a:srgbClr val="102A43"/>
                </a:solidFill>
              </a:defRPr>
            </a:lvl6pPr>
            <a:lvl7pPr algn="l">
              <a:defRPr sz="1725" b="1">
                <a:solidFill>
                  <a:srgbClr val="102A43"/>
                </a:solidFill>
              </a:defRPr>
            </a:lvl7pPr>
            <a:lvl8pPr algn="l">
              <a:defRPr sz="1725" b="1">
                <a:solidFill>
                  <a:srgbClr val="102A43"/>
                </a:solidFill>
              </a:defRPr>
            </a:lvl8pPr>
            <a:lvl9pPr algn="l"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AWS Amplify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B3EE9-3D2F-4A31-BE51-796ED786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38425"/>
            <a:ext cx="29051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58C3C-B8EC-499E-8E5E-9F5E480C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46EB4"/>
                </a:solidFill>
              </a:defRPr>
            </a:defPPr>
            <a:lvl1pPr algn="l">
              <a:defRPr sz="1275" b="1">
                <a:solidFill>
                  <a:srgbClr val="146EB4"/>
                </a:solidFill>
              </a:defRPr>
            </a:lvl1pPr>
            <a:lvl2pPr algn="l">
              <a:defRPr sz="1275" b="1">
                <a:solidFill>
                  <a:srgbClr val="146EB4"/>
                </a:solidFill>
              </a:defRPr>
            </a:lvl2pPr>
            <a:lvl3pPr algn="l">
              <a:defRPr sz="1275" b="1">
                <a:solidFill>
                  <a:srgbClr val="146EB4"/>
                </a:solidFill>
              </a:defRPr>
            </a:lvl3pPr>
            <a:lvl4pPr algn="l">
              <a:defRPr sz="1275" b="1">
                <a:solidFill>
                  <a:srgbClr val="146EB4"/>
                </a:solidFill>
              </a:defRPr>
            </a:lvl4pPr>
            <a:lvl5pPr algn="l">
              <a:defRPr sz="1275" b="1">
                <a:solidFill>
                  <a:srgbClr val="146EB4"/>
                </a:solidFill>
              </a:defRPr>
            </a:lvl5pPr>
            <a:lvl6pPr algn="l">
              <a:defRPr sz="1275" b="1">
                <a:solidFill>
                  <a:srgbClr val="146EB4"/>
                </a:solidFill>
              </a:defRPr>
            </a:lvl6pPr>
            <a:lvl7pPr algn="l">
              <a:defRPr sz="1275" b="1">
                <a:solidFill>
                  <a:srgbClr val="146EB4"/>
                </a:solidFill>
              </a:defRPr>
            </a:lvl7pPr>
            <a:lvl8pPr algn="l">
              <a:defRPr sz="1275" b="1">
                <a:solidFill>
                  <a:srgbClr val="146EB4"/>
                </a:solidFill>
              </a:defRPr>
            </a:lvl8pPr>
            <a:lvl9pPr algn="l">
              <a:defRPr sz="127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46EB4"/>
                </a:solidFill>
              </a:defRPr>
            </a:pPr>
            <a:r>
              <a:rPr sz="1275" b="1">
                <a:solidFill>
                  <a:srgbClr val="146EB4"/>
                </a:solidFill>
              </a:rPr>
              <a:t>Application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5016C-D1FE-451C-A79C-8C847F84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</a:defRPr>
            </a:defPPr>
            <a:lvl1pPr algn="l">
              <a:defRPr sz="1725" b="1">
                <a:solidFill>
                  <a:srgbClr val="102A43"/>
                </a:solidFill>
              </a:defRPr>
            </a:lvl1pPr>
            <a:lvl2pPr algn="l">
              <a:defRPr sz="1725" b="1">
                <a:solidFill>
                  <a:srgbClr val="102A43"/>
                </a:solidFill>
              </a:defRPr>
            </a:lvl2pPr>
            <a:lvl3pPr algn="l">
              <a:defRPr sz="1725" b="1">
                <a:solidFill>
                  <a:srgbClr val="102A43"/>
                </a:solidFill>
              </a:defRPr>
            </a:lvl3pPr>
            <a:lvl4pPr algn="l">
              <a:defRPr sz="1725" b="1">
                <a:solidFill>
                  <a:srgbClr val="102A43"/>
                </a:solidFill>
              </a:defRPr>
            </a:lvl4pPr>
            <a:lvl5pPr algn="l">
              <a:defRPr sz="1725" b="1">
                <a:solidFill>
                  <a:srgbClr val="102A43"/>
                </a:solidFill>
              </a:defRPr>
            </a:lvl5pPr>
            <a:lvl6pPr algn="l">
              <a:defRPr sz="1725" b="1">
                <a:solidFill>
                  <a:srgbClr val="102A43"/>
                </a:solidFill>
              </a:defRPr>
            </a:lvl6pPr>
            <a:lvl7pPr algn="l">
              <a:defRPr sz="1725" b="1">
                <a:solidFill>
                  <a:srgbClr val="102A43"/>
                </a:solidFill>
              </a:defRPr>
            </a:lvl7pPr>
            <a:lvl8pPr algn="l">
              <a:defRPr sz="1725" b="1">
                <a:solidFill>
                  <a:srgbClr val="102A43"/>
                </a:solidFill>
              </a:defRPr>
            </a:lvl8pPr>
            <a:lvl9pPr algn="l"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Amazon EC2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5BCFF-E4DC-4C93-B197-71779C5B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48100"/>
            <a:ext cx="29051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E39B0-1CA0-46BA-BD54-7CC9F0FF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46EB4"/>
                </a:solidFill>
              </a:defRPr>
            </a:defPPr>
            <a:lvl1pPr algn="l">
              <a:defRPr sz="1275" b="1">
                <a:solidFill>
                  <a:srgbClr val="146EB4"/>
                </a:solidFill>
              </a:defRPr>
            </a:lvl1pPr>
            <a:lvl2pPr algn="l">
              <a:defRPr sz="1275" b="1">
                <a:solidFill>
                  <a:srgbClr val="146EB4"/>
                </a:solidFill>
              </a:defRPr>
            </a:lvl2pPr>
            <a:lvl3pPr algn="l">
              <a:defRPr sz="1275" b="1">
                <a:solidFill>
                  <a:srgbClr val="146EB4"/>
                </a:solidFill>
              </a:defRPr>
            </a:lvl3pPr>
            <a:lvl4pPr algn="l">
              <a:defRPr sz="1275" b="1">
                <a:solidFill>
                  <a:srgbClr val="146EB4"/>
                </a:solidFill>
              </a:defRPr>
            </a:lvl4pPr>
            <a:lvl5pPr algn="l">
              <a:defRPr sz="1275" b="1">
                <a:solidFill>
                  <a:srgbClr val="146EB4"/>
                </a:solidFill>
              </a:defRPr>
            </a:lvl5pPr>
            <a:lvl6pPr algn="l">
              <a:defRPr sz="1275" b="1">
                <a:solidFill>
                  <a:srgbClr val="146EB4"/>
                </a:solidFill>
              </a:defRPr>
            </a:lvl6pPr>
            <a:lvl7pPr algn="l">
              <a:defRPr sz="1275" b="1">
                <a:solidFill>
                  <a:srgbClr val="146EB4"/>
                </a:solidFill>
              </a:defRPr>
            </a:lvl7pPr>
            <a:lvl8pPr algn="l">
              <a:defRPr sz="1275" b="1">
                <a:solidFill>
                  <a:srgbClr val="146EB4"/>
                </a:solidFill>
              </a:defRPr>
            </a:lvl8pPr>
            <a:lvl9pPr algn="l">
              <a:defRPr sz="127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46EB4"/>
                </a:solidFill>
              </a:defRPr>
            </a:pPr>
            <a:r>
              <a:rPr sz="1275" b="1">
                <a:solidFill>
                  <a:srgbClr val="146EB4"/>
                </a:solidFill>
              </a:rPr>
              <a:t>Relational database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4C1C9-5515-4209-88D6-96AE73AC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</a:defRPr>
            </a:defPPr>
            <a:lvl1pPr algn="l">
              <a:defRPr sz="1725" b="1">
                <a:solidFill>
                  <a:srgbClr val="102A43"/>
                </a:solidFill>
              </a:defRPr>
            </a:lvl1pPr>
            <a:lvl2pPr algn="l">
              <a:defRPr sz="1725" b="1">
                <a:solidFill>
                  <a:srgbClr val="102A43"/>
                </a:solidFill>
              </a:defRPr>
            </a:lvl2pPr>
            <a:lvl3pPr algn="l">
              <a:defRPr sz="1725" b="1">
                <a:solidFill>
                  <a:srgbClr val="102A43"/>
                </a:solidFill>
              </a:defRPr>
            </a:lvl3pPr>
            <a:lvl4pPr algn="l">
              <a:defRPr sz="1725" b="1">
                <a:solidFill>
                  <a:srgbClr val="102A43"/>
                </a:solidFill>
              </a:defRPr>
            </a:lvl4pPr>
            <a:lvl5pPr algn="l">
              <a:defRPr sz="1725" b="1">
                <a:solidFill>
                  <a:srgbClr val="102A43"/>
                </a:solidFill>
              </a:defRPr>
            </a:lvl5pPr>
            <a:lvl6pPr algn="l">
              <a:defRPr sz="1725" b="1">
                <a:solidFill>
                  <a:srgbClr val="102A43"/>
                </a:solidFill>
              </a:defRPr>
            </a:lvl6pPr>
            <a:lvl7pPr algn="l">
              <a:defRPr sz="1725" b="1">
                <a:solidFill>
                  <a:srgbClr val="102A43"/>
                </a:solidFill>
              </a:defRPr>
            </a:lvl7pPr>
            <a:lvl8pPr algn="l">
              <a:defRPr sz="1725" b="1">
                <a:solidFill>
                  <a:srgbClr val="102A43"/>
                </a:solidFill>
              </a:defRPr>
            </a:lvl8pPr>
            <a:lvl9pPr algn="l"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Amazon RDS</a:t>
            </a:r>
          </a:p>
        </p:txBody>
      </p:sp>
    </p:spTree>
    <p:extLst>
      <p:ext uri="{BB962C8B-B14F-4D97-AF65-F5344CB8AC3E}">
        <p14:creationId xmlns:p14="http://schemas.microsoft.com/office/powerpoint/2010/main" val="100023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4BAE0F-82A9-4AC1-A088-D92E0A79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TaskFlow Cloud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B67B9-A59A-45D4-BF6C-9286D09B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7B13E-87A4-406B-869C-3A3A5C16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33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72A75-6847-4C74-89EA-3AE98BD0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</a:defRPr>
            </a:defPPr>
            <a:lvl1pPr algn="l">
              <a:defRPr sz="750" b="0">
                <a:solidFill>
                  <a:srgbClr val="486581"/>
                </a:solidFill>
              </a:defRPr>
            </a:lvl1pPr>
            <a:lvl2pPr algn="l">
              <a:defRPr sz="750" b="0">
                <a:solidFill>
                  <a:srgbClr val="486581"/>
                </a:solidFill>
              </a:defRPr>
            </a:lvl2pPr>
            <a:lvl3pPr algn="l">
              <a:defRPr sz="750" b="0">
                <a:solidFill>
                  <a:srgbClr val="486581"/>
                </a:solidFill>
              </a:defRPr>
            </a:lvl3pPr>
            <a:lvl4pPr algn="l">
              <a:defRPr sz="750" b="0">
                <a:solidFill>
                  <a:srgbClr val="486581"/>
                </a:solidFill>
              </a:defRPr>
            </a:lvl4pPr>
            <a:lvl5pPr algn="l">
              <a:defRPr sz="750" b="0">
                <a:solidFill>
                  <a:srgbClr val="486581"/>
                </a:solidFill>
              </a:defRPr>
            </a:lvl5pPr>
            <a:lvl6pPr algn="l">
              <a:defRPr sz="750" b="0">
                <a:solidFill>
                  <a:srgbClr val="486581"/>
                </a:solidFill>
              </a:defRPr>
            </a:lvl6pPr>
            <a:lvl7pPr algn="l">
              <a:defRPr sz="750" b="0">
                <a:solidFill>
                  <a:srgbClr val="486581"/>
                </a:solidFill>
              </a:defRPr>
            </a:lvl7pPr>
            <a:lvl8pPr algn="l">
              <a:defRPr sz="750" b="0">
                <a:solidFill>
                  <a:srgbClr val="486581"/>
                </a:solidFill>
              </a:defRPr>
            </a:lvl8pPr>
            <a:lvl9pPr algn="l">
              <a:defRPr sz="7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Cloud computing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66BD4-3FB4-4A1A-8FAA-9B3ACB6A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486581"/>
                </a:solidFill>
              </a:defRPr>
            </a:defPPr>
            <a:lvl1pPr algn="l">
              <a:defRPr sz="1650" b="0">
                <a:solidFill>
                  <a:srgbClr val="486581"/>
                </a:solidFill>
              </a:defRPr>
            </a:lvl1pPr>
            <a:lvl2pPr algn="l">
              <a:defRPr sz="1650" b="0">
                <a:solidFill>
                  <a:srgbClr val="486581"/>
                </a:solidFill>
              </a:defRPr>
            </a:lvl2pPr>
            <a:lvl3pPr algn="l">
              <a:defRPr sz="1650" b="0">
                <a:solidFill>
                  <a:srgbClr val="486581"/>
                </a:solidFill>
              </a:defRPr>
            </a:lvl3pPr>
            <a:lvl4pPr algn="l">
              <a:defRPr sz="1650" b="0">
                <a:solidFill>
                  <a:srgbClr val="486581"/>
                </a:solidFill>
              </a:defRPr>
            </a:lvl4pPr>
            <a:lvl5pPr algn="l">
              <a:defRPr sz="1650" b="0">
                <a:solidFill>
                  <a:srgbClr val="486581"/>
                </a:solidFill>
              </a:defRPr>
            </a:lvl5pPr>
            <a:lvl6pPr algn="l">
              <a:defRPr sz="1650" b="0">
                <a:solidFill>
                  <a:srgbClr val="486581"/>
                </a:solidFill>
              </a:defRPr>
            </a:lvl6pPr>
            <a:lvl7pPr algn="l">
              <a:defRPr sz="1650" b="0">
                <a:solidFill>
                  <a:srgbClr val="486581"/>
                </a:solidFill>
              </a:defRPr>
            </a:lvl7pPr>
            <a:lvl8pPr algn="l">
              <a:defRPr sz="1650" b="0">
                <a:solidFill>
                  <a:srgbClr val="486581"/>
                </a:solidFill>
              </a:defRPr>
            </a:lvl8pPr>
            <a:lvl9pPr algn="l">
              <a:defRPr sz="16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A web application for students to plan academic work and monitor progress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3BFD2-8D9D-4651-A67E-FA69A6E2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48577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3DF55-347E-4537-9DFA-93B237A6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</a:defRPr>
            </a:defPPr>
            <a:lvl1pPr algn="l">
              <a:defRPr sz="1725" b="1">
                <a:solidFill>
                  <a:srgbClr val="102A43"/>
                </a:solidFill>
              </a:defRPr>
            </a:lvl1pPr>
            <a:lvl2pPr algn="l">
              <a:defRPr sz="1725" b="1">
                <a:solidFill>
                  <a:srgbClr val="102A43"/>
                </a:solidFill>
              </a:defRPr>
            </a:lvl2pPr>
            <a:lvl3pPr algn="l">
              <a:defRPr sz="1725" b="1">
                <a:solidFill>
                  <a:srgbClr val="102A43"/>
                </a:solidFill>
              </a:defRPr>
            </a:lvl3pPr>
            <a:lvl4pPr algn="l">
              <a:defRPr sz="1725" b="1">
                <a:solidFill>
                  <a:srgbClr val="102A43"/>
                </a:solidFill>
              </a:defRPr>
            </a:lvl4pPr>
            <a:lvl5pPr algn="l">
              <a:defRPr sz="1725" b="1">
                <a:solidFill>
                  <a:srgbClr val="102A43"/>
                </a:solidFill>
              </a:defRPr>
            </a:lvl5pPr>
            <a:lvl6pPr algn="l">
              <a:defRPr sz="1725" b="1">
                <a:solidFill>
                  <a:srgbClr val="102A43"/>
                </a:solidFill>
              </a:defRPr>
            </a:lvl6pPr>
            <a:lvl7pPr algn="l">
              <a:defRPr sz="1725" b="1">
                <a:solidFill>
                  <a:srgbClr val="102A43"/>
                </a:solidFill>
              </a:defRPr>
            </a:lvl7pPr>
            <a:lvl8pPr algn="l">
              <a:defRPr sz="1725" b="1">
                <a:solidFill>
                  <a:srgbClr val="102A43"/>
                </a:solidFill>
              </a:defRPr>
            </a:lvl8pPr>
            <a:lvl9pPr algn="l"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Student capabilities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B4928-6212-442C-94F3-1C34108D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  <a:lvl1pPr algn="l">
              <a:defRPr sz="1350" b="1">
                <a:solidFill>
                  <a:srgbClr val="102A43"/>
                </a:solidFill>
              </a:defRPr>
            </a:lvl1pPr>
            <a:lvl2pPr algn="l">
              <a:defRPr sz="1350" b="1">
                <a:solidFill>
                  <a:srgbClr val="102A43"/>
                </a:solidFill>
              </a:defRPr>
            </a:lvl2pPr>
            <a:lvl3pPr algn="l">
              <a:defRPr sz="1350" b="1">
                <a:solidFill>
                  <a:srgbClr val="102A43"/>
                </a:solidFill>
              </a:defRPr>
            </a:lvl3pPr>
            <a:lvl4pPr algn="l">
              <a:defRPr sz="1350" b="1">
                <a:solidFill>
                  <a:srgbClr val="102A43"/>
                </a:solidFill>
              </a:defRPr>
            </a:lvl4pPr>
            <a:lvl5pPr algn="l">
              <a:defRPr sz="1350" b="1">
                <a:solidFill>
                  <a:srgbClr val="102A43"/>
                </a:solidFill>
              </a:defRPr>
            </a:lvl5pPr>
            <a:lvl6pPr algn="l">
              <a:defRPr sz="1350" b="1">
                <a:solidFill>
                  <a:srgbClr val="102A43"/>
                </a:solidFill>
              </a:defRPr>
            </a:lvl6pPr>
            <a:lvl7pPr algn="l">
              <a:defRPr sz="1350" b="1">
                <a:solidFill>
                  <a:srgbClr val="102A43"/>
                </a:solidFill>
              </a:defRPr>
            </a:lvl7pPr>
            <a:lvl8pPr algn="l">
              <a:defRPr sz="1350" b="1">
                <a:solidFill>
                  <a:srgbClr val="102A43"/>
                </a:solidFill>
              </a:defRPr>
            </a:lvl8pPr>
            <a:lvl9pPr algn="l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71EF5-2F13-40A8-9561-01FF6C8E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defRPr sz="1350" b="0">
                <a:solidFill>
                  <a:srgbClr val="102A43"/>
                </a:solidFill>
              </a:defRPr>
            </a:lvl1pPr>
            <a:lvl2pPr algn="l">
              <a:defRPr sz="1350" b="0">
                <a:solidFill>
                  <a:srgbClr val="102A43"/>
                </a:solidFill>
              </a:defRPr>
            </a:lvl2pPr>
            <a:lvl3pPr algn="l">
              <a:defRPr sz="1350" b="0">
                <a:solidFill>
                  <a:srgbClr val="102A43"/>
                </a:solidFill>
              </a:defRPr>
            </a:lvl3pPr>
            <a:lvl4pPr algn="l">
              <a:defRPr sz="1350" b="0">
                <a:solidFill>
                  <a:srgbClr val="102A43"/>
                </a:solidFill>
              </a:defRPr>
            </a:lvl4pPr>
            <a:lvl5pPr algn="l">
              <a:defRPr sz="1350" b="0">
                <a:solidFill>
                  <a:srgbClr val="102A43"/>
                </a:solidFill>
              </a:defRPr>
            </a:lvl5pPr>
            <a:lvl6pPr algn="l">
              <a:defRPr sz="1350" b="0">
                <a:solidFill>
                  <a:srgbClr val="102A43"/>
                </a:solidFill>
              </a:defRPr>
            </a:lvl6pPr>
            <a:lvl7pPr algn="l">
              <a:defRPr sz="1350" b="0">
                <a:solidFill>
                  <a:srgbClr val="102A43"/>
                </a:solidFill>
              </a:defRPr>
            </a:lvl7pPr>
            <a:lvl8pPr algn="l">
              <a:defRPr sz="1350" b="0">
                <a:solidFill>
                  <a:srgbClr val="102A43"/>
                </a:solidFill>
              </a:defRPr>
            </a:lvl8pPr>
            <a:lvl9pPr algn="l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Create, edit and complete personal tasks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D95E0-DD4C-485F-B20B-38316978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  <a:lvl1pPr algn="l">
              <a:defRPr sz="1350" b="1">
                <a:solidFill>
                  <a:srgbClr val="102A43"/>
                </a:solidFill>
              </a:defRPr>
            </a:lvl1pPr>
            <a:lvl2pPr algn="l">
              <a:defRPr sz="1350" b="1">
                <a:solidFill>
                  <a:srgbClr val="102A43"/>
                </a:solidFill>
              </a:defRPr>
            </a:lvl2pPr>
            <a:lvl3pPr algn="l">
              <a:defRPr sz="1350" b="1">
                <a:solidFill>
                  <a:srgbClr val="102A43"/>
                </a:solidFill>
              </a:defRPr>
            </a:lvl3pPr>
            <a:lvl4pPr algn="l">
              <a:defRPr sz="1350" b="1">
                <a:solidFill>
                  <a:srgbClr val="102A43"/>
                </a:solidFill>
              </a:defRPr>
            </a:lvl4pPr>
            <a:lvl5pPr algn="l">
              <a:defRPr sz="1350" b="1">
                <a:solidFill>
                  <a:srgbClr val="102A43"/>
                </a:solidFill>
              </a:defRPr>
            </a:lvl5pPr>
            <a:lvl6pPr algn="l">
              <a:defRPr sz="1350" b="1">
                <a:solidFill>
                  <a:srgbClr val="102A43"/>
                </a:solidFill>
              </a:defRPr>
            </a:lvl6pPr>
            <a:lvl7pPr algn="l">
              <a:defRPr sz="1350" b="1">
                <a:solidFill>
                  <a:srgbClr val="102A43"/>
                </a:solidFill>
              </a:defRPr>
            </a:lvl7pPr>
            <a:lvl8pPr algn="l">
              <a:defRPr sz="1350" b="1">
                <a:solidFill>
                  <a:srgbClr val="102A43"/>
                </a:solidFill>
              </a:defRPr>
            </a:lvl8pPr>
            <a:lvl9pPr algn="l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BFFE7-E8D1-4265-8A83-27685680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289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defRPr sz="1350" b="0">
                <a:solidFill>
                  <a:srgbClr val="102A43"/>
                </a:solidFill>
              </a:defRPr>
            </a:lvl1pPr>
            <a:lvl2pPr algn="l">
              <a:defRPr sz="1350" b="0">
                <a:solidFill>
                  <a:srgbClr val="102A43"/>
                </a:solidFill>
              </a:defRPr>
            </a:lvl2pPr>
            <a:lvl3pPr algn="l">
              <a:defRPr sz="1350" b="0">
                <a:solidFill>
                  <a:srgbClr val="102A43"/>
                </a:solidFill>
              </a:defRPr>
            </a:lvl3pPr>
            <a:lvl4pPr algn="l">
              <a:defRPr sz="1350" b="0">
                <a:solidFill>
                  <a:srgbClr val="102A43"/>
                </a:solidFill>
              </a:defRPr>
            </a:lvl4pPr>
            <a:lvl5pPr algn="l">
              <a:defRPr sz="1350" b="0">
                <a:solidFill>
                  <a:srgbClr val="102A43"/>
                </a:solidFill>
              </a:defRPr>
            </a:lvl5pPr>
            <a:lvl6pPr algn="l">
              <a:defRPr sz="1350" b="0">
                <a:solidFill>
                  <a:srgbClr val="102A43"/>
                </a:solidFill>
              </a:defRPr>
            </a:lvl6pPr>
            <a:lvl7pPr algn="l">
              <a:defRPr sz="1350" b="0">
                <a:solidFill>
                  <a:srgbClr val="102A43"/>
                </a:solidFill>
              </a:defRPr>
            </a:lvl7pPr>
            <a:lvl8pPr algn="l">
              <a:defRPr sz="1350" b="0">
                <a:solidFill>
                  <a:srgbClr val="102A43"/>
                </a:solidFill>
              </a:defRPr>
            </a:lvl8pPr>
            <a:lvl9pPr algn="l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Filter by subject, priority, status and due 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635F9-BE9C-4D22-86CC-847CC817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  <a:lvl1pPr algn="l">
              <a:defRPr sz="1350" b="1">
                <a:solidFill>
                  <a:srgbClr val="102A43"/>
                </a:solidFill>
              </a:defRPr>
            </a:lvl1pPr>
            <a:lvl2pPr algn="l">
              <a:defRPr sz="1350" b="1">
                <a:solidFill>
                  <a:srgbClr val="102A43"/>
                </a:solidFill>
              </a:defRPr>
            </a:lvl2pPr>
            <a:lvl3pPr algn="l">
              <a:defRPr sz="1350" b="1">
                <a:solidFill>
                  <a:srgbClr val="102A43"/>
                </a:solidFill>
              </a:defRPr>
            </a:lvl3pPr>
            <a:lvl4pPr algn="l">
              <a:defRPr sz="1350" b="1">
                <a:solidFill>
                  <a:srgbClr val="102A43"/>
                </a:solidFill>
              </a:defRPr>
            </a:lvl4pPr>
            <a:lvl5pPr algn="l">
              <a:defRPr sz="1350" b="1">
                <a:solidFill>
                  <a:srgbClr val="102A43"/>
                </a:solidFill>
              </a:defRPr>
            </a:lvl5pPr>
            <a:lvl6pPr algn="l">
              <a:defRPr sz="1350" b="1">
                <a:solidFill>
                  <a:srgbClr val="102A43"/>
                </a:solidFill>
              </a:defRPr>
            </a:lvl6pPr>
            <a:lvl7pPr algn="l">
              <a:defRPr sz="1350" b="1">
                <a:solidFill>
                  <a:srgbClr val="102A43"/>
                </a:solidFill>
              </a:defRPr>
            </a:lvl7pPr>
            <a:lvl8pPr algn="l">
              <a:defRPr sz="1350" b="1">
                <a:solidFill>
                  <a:srgbClr val="102A43"/>
                </a:solidFill>
              </a:defRPr>
            </a:lvl8pPr>
            <a:lvl9pPr algn="l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F13ED-CD42-442D-8149-6B4B58F3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909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defRPr sz="1350" b="0">
                <a:solidFill>
                  <a:srgbClr val="102A43"/>
                </a:solidFill>
              </a:defRPr>
            </a:lvl1pPr>
            <a:lvl2pPr algn="l">
              <a:defRPr sz="1350" b="0">
                <a:solidFill>
                  <a:srgbClr val="102A43"/>
                </a:solidFill>
              </a:defRPr>
            </a:lvl2pPr>
            <a:lvl3pPr algn="l">
              <a:defRPr sz="1350" b="0">
                <a:solidFill>
                  <a:srgbClr val="102A43"/>
                </a:solidFill>
              </a:defRPr>
            </a:lvl3pPr>
            <a:lvl4pPr algn="l">
              <a:defRPr sz="1350" b="0">
                <a:solidFill>
                  <a:srgbClr val="102A43"/>
                </a:solidFill>
              </a:defRPr>
            </a:lvl4pPr>
            <a:lvl5pPr algn="l">
              <a:defRPr sz="1350" b="0">
                <a:solidFill>
                  <a:srgbClr val="102A43"/>
                </a:solidFill>
              </a:defRPr>
            </a:lvl5pPr>
            <a:lvl6pPr algn="l">
              <a:defRPr sz="1350" b="0">
                <a:solidFill>
                  <a:srgbClr val="102A43"/>
                </a:solidFill>
              </a:defRPr>
            </a:lvl6pPr>
            <a:lvl7pPr algn="l">
              <a:defRPr sz="1350" b="0">
                <a:solidFill>
                  <a:srgbClr val="102A43"/>
                </a:solidFill>
              </a:defRPr>
            </a:lvl7pPr>
            <a:lvl8pPr algn="l">
              <a:defRPr sz="1350" b="0">
                <a:solidFill>
                  <a:srgbClr val="102A43"/>
                </a:solidFill>
              </a:defRPr>
            </a:lvl8pPr>
            <a:lvl9pPr algn="l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View dashboard totals and upcoming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A02CC-1141-40E3-8B91-80A2A14B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  <a:lvl1pPr algn="l">
              <a:defRPr sz="1350" b="1">
                <a:solidFill>
                  <a:srgbClr val="102A43"/>
                </a:solidFill>
              </a:defRPr>
            </a:lvl1pPr>
            <a:lvl2pPr algn="l">
              <a:defRPr sz="1350" b="1">
                <a:solidFill>
                  <a:srgbClr val="102A43"/>
                </a:solidFill>
              </a:defRPr>
            </a:lvl2pPr>
            <a:lvl3pPr algn="l">
              <a:defRPr sz="1350" b="1">
                <a:solidFill>
                  <a:srgbClr val="102A43"/>
                </a:solidFill>
              </a:defRPr>
            </a:lvl3pPr>
            <a:lvl4pPr algn="l">
              <a:defRPr sz="1350" b="1">
                <a:solidFill>
                  <a:srgbClr val="102A43"/>
                </a:solidFill>
              </a:defRPr>
            </a:lvl4pPr>
            <a:lvl5pPr algn="l">
              <a:defRPr sz="1350" b="1">
                <a:solidFill>
                  <a:srgbClr val="102A43"/>
                </a:solidFill>
              </a:defRPr>
            </a:lvl5pPr>
            <a:lvl6pPr algn="l">
              <a:defRPr sz="1350" b="1">
                <a:solidFill>
                  <a:srgbClr val="102A43"/>
                </a:solidFill>
              </a:defRPr>
            </a:lvl6pPr>
            <a:lvl7pPr algn="l">
              <a:defRPr sz="1350" b="1">
                <a:solidFill>
                  <a:srgbClr val="102A43"/>
                </a:solidFill>
              </a:defRPr>
            </a:lvl7pPr>
            <a:lvl8pPr algn="l">
              <a:defRPr sz="1350" b="1">
                <a:solidFill>
                  <a:srgbClr val="102A43"/>
                </a:solidFill>
              </a:defRPr>
            </a:lvl8pPr>
            <a:lvl9pPr algn="l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3D971-1D0A-4CD0-863E-8559B810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528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defRPr sz="1350" b="0">
                <a:solidFill>
                  <a:srgbClr val="102A43"/>
                </a:solidFill>
              </a:defRPr>
            </a:lvl1pPr>
            <a:lvl2pPr algn="l">
              <a:defRPr sz="1350" b="0">
                <a:solidFill>
                  <a:srgbClr val="102A43"/>
                </a:solidFill>
              </a:defRPr>
            </a:lvl2pPr>
            <a:lvl3pPr algn="l">
              <a:defRPr sz="1350" b="0">
                <a:solidFill>
                  <a:srgbClr val="102A43"/>
                </a:solidFill>
              </a:defRPr>
            </a:lvl3pPr>
            <a:lvl4pPr algn="l">
              <a:defRPr sz="1350" b="0">
                <a:solidFill>
                  <a:srgbClr val="102A43"/>
                </a:solidFill>
              </a:defRPr>
            </a:lvl4pPr>
            <a:lvl5pPr algn="l">
              <a:defRPr sz="1350" b="0">
                <a:solidFill>
                  <a:srgbClr val="102A43"/>
                </a:solidFill>
              </a:defRPr>
            </a:lvl5pPr>
            <a:lvl6pPr algn="l">
              <a:defRPr sz="1350" b="0">
                <a:solidFill>
                  <a:srgbClr val="102A43"/>
                </a:solidFill>
              </a:defRPr>
            </a:lvl6pPr>
            <a:lvl7pPr algn="l">
              <a:defRPr sz="1350" b="0">
                <a:solidFill>
                  <a:srgbClr val="102A43"/>
                </a:solidFill>
              </a:defRPr>
            </a:lvl7pPr>
            <a:lvl8pPr algn="l">
              <a:defRPr sz="1350" b="0">
                <a:solidFill>
                  <a:srgbClr val="102A43"/>
                </a:solidFill>
              </a:defRPr>
            </a:lvl8pPr>
            <a:lvl9pPr algn="l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Upload and manage study 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1A0C6-0B01-4D98-AA43-B13F6B4A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54292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7A90F-04BC-4864-B625-6E1CD6AA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431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</a:defRPr>
            </a:defPPr>
            <a:lvl1pPr algn="l">
              <a:defRPr sz="1725" b="1">
                <a:solidFill>
                  <a:srgbClr val="FFFFFF"/>
                </a:solidFill>
              </a:defRPr>
            </a:lvl1pPr>
            <a:lvl2pPr algn="l">
              <a:defRPr sz="1725" b="1">
                <a:solidFill>
                  <a:srgbClr val="FFFFFF"/>
                </a:solidFill>
              </a:defRPr>
            </a:lvl2pPr>
            <a:lvl3pPr algn="l">
              <a:defRPr sz="1725" b="1">
                <a:solidFill>
                  <a:srgbClr val="FFFFFF"/>
                </a:solidFill>
              </a:defRPr>
            </a:lvl3pPr>
            <a:lvl4pPr algn="l">
              <a:defRPr sz="1725" b="1">
                <a:solidFill>
                  <a:srgbClr val="FFFFFF"/>
                </a:solidFill>
              </a:defRPr>
            </a:lvl4pPr>
            <a:lvl5pPr algn="l">
              <a:defRPr sz="1725" b="1">
                <a:solidFill>
                  <a:srgbClr val="FFFFFF"/>
                </a:solidFill>
              </a:defRPr>
            </a:lvl5pPr>
            <a:lvl6pPr algn="l">
              <a:defRPr sz="1725" b="1">
                <a:solidFill>
                  <a:srgbClr val="FFFFFF"/>
                </a:solidFill>
              </a:defRPr>
            </a:lvl6pPr>
            <a:lvl7pPr algn="l">
              <a:defRPr sz="1725" b="1">
                <a:solidFill>
                  <a:srgbClr val="FFFFFF"/>
                </a:solidFill>
              </a:defRPr>
            </a:lvl7pPr>
            <a:lvl8pPr algn="l">
              <a:defRPr sz="1725" b="1">
                <a:solidFill>
                  <a:srgbClr val="FFFFFF"/>
                </a:solidFill>
              </a:defRPr>
            </a:lvl8pPr>
            <a:lvl9pPr algn="l"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Why cloud services matter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0D539-1356-4AA3-8B2A-71D96DC6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D9EAF7"/>
                </a:solidFill>
              </a:defRPr>
            </a:defPPr>
            <a:lvl1pPr algn="l">
              <a:defRPr sz="1425" b="0">
                <a:solidFill>
                  <a:srgbClr val="D9EAF7"/>
                </a:solidFill>
              </a:defRPr>
            </a:lvl1pPr>
            <a:lvl2pPr algn="l">
              <a:defRPr sz="1425" b="0">
                <a:solidFill>
                  <a:srgbClr val="D9EAF7"/>
                </a:solidFill>
              </a:defRPr>
            </a:lvl2pPr>
            <a:lvl3pPr algn="l">
              <a:defRPr sz="1425" b="0">
                <a:solidFill>
                  <a:srgbClr val="D9EAF7"/>
                </a:solidFill>
              </a:defRPr>
            </a:lvl3pPr>
            <a:lvl4pPr algn="l">
              <a:defRPr sz="1425" b="0">
                <a:solidFill>
                  <a:srgbClr val="D9EAF7"/>
                </a:solidFill>
              </a:defRPr>
            </a:lvl4pPr>
            <a:lvl5pPr algn="l">
              <a:defRPr sz="1425" b="0">
                <a:solidFill>
                  <a:srgbClr val="D9EAF7"/>
                </a:solidFill>
              </a:defRPr>
            </a:lvl5pPr>
            <a:lvl6pPr algn="l">
              <a:defRPr sz="1425" b="0">
                <a:solidFill>
                  <a:srgbClr val="D9EAF7"/>
                </a:solidFill>
              </a:defRPr>
            </a:lvl6pPr>
            <a:lvl7pPr algn="l">
              <a:defRPr sz="1425" b="0">
                <a:solidFill>
                  <a:srgbClr val="D9EAF7"/>
                </a:solidFill>
              </a:defRPr>
            </a:lvl7pPr>
            <a:lvl8pPr algn="l">
              <a:defRPr sz="1425" b="0">
                <a:solidFill>
                  <a:srgbClr val="D9EAF7"/>
                </a:solidFill>
              </a:defRPr>
            </a:lvl8pPr>
            <a:lvl9pPr algn="l">
              <a:defRPr sz="1425" b="0">
                <a:solidFill>
                  <a:srgbClr val="D9EAF7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9EAF7"/>
                </a:solidFill>
              </a:defRPr>
            </a:pPr>
            <a:r>
              <a:rPr sz="1425" b="0">
                <a:solidFill>
                  <a:srgbClr val="D9EAF7"/>
                </a:solidFill>
              </a:rPr>
              <a:t>TaskFlow separates the browser interface, API processing and database records. Each layer has a clear responsibility in the planned AWS deployment.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F8071F-E41B-456E-8C66-843E4CC2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3E1E8-261B-4492-8E42-9583FEE9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624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AMPLIFY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F3FEB1-6506-497D-93E6-5002FB32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83FA40-A7DA-4079-B498-688D7DF7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624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EC2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404399-CED3-4A92-9C63-55505E52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9575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866C89-8597-4A9B-9410-245CBD21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624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RDS</a:t>
            </a:r>
          </a:p>
        </p:txBody>
      </p:sp>
    </p:spTree>
    <p:extLst>
      <p:ext uri="{BB962C8B-B14F-4D97-AF65-F5344CB8AC3E}">
        <p14:creationId xmlns:p14="http://schemas.microsoft.com/office/powerpoint/2010/main" val="747142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F179CC-A89F-4B0D-8CAA-D0F0157A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Planned TaskFlow Cloud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78A35-B2D2-4A04-B61C-23AE9FCD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20E5B-8A5B-4D88-8B3F-F32C3A27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33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22232-443E-49AD-BD82-BF040EE2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</a:defRPr>
            </a:defPPr>
            <a:lvl1pPr algn="l">
              <a:defRPr sz="750" b="0">
                <a:solidFill>
                  <a:srgbClr val="486581"/>
                </a:solidFill>
              </a:defRPr>
            </a:lvl1pPr>
            <a:lvl2pPr algn="l">
              <a:defRPr sz="750" b="0">
                <a:solidFill>
                  <a:srgbClr val="486581"/>
                </a:solidFill>
              </a:defRPr>
            </a:lvl2pPr>
            <a:lvl3pPr algn="l">
              <a:defRPr sz="750" b="0">
                <a:solidFill>
                  <a:srgbClr val="486581"/>
                </a:solidFill>
              </a:defRPr>
            </a:lvl3pPr>
            <a:lvl4pPr algn="l">
              <a:defRPr sz="750" b="0">
                <a:solidFill>
                  <a:srgbClr val="486581"/>
                </a:solidFill>
              </a:defRPr>
            </a:lvl4pPr>
            <a:lvl5pPr algn="l">
              <a:defRPr sz="750" b="0">
                <a:solidFill>
                  <a:srgbClr val="486581"/>
                </a:solidFill>
              </a:defRPr>
            </a:lvl5pPr>
            <a:lvl6pPr algn="l">
              <a:defRPr sz="750" b="0">
                <a:solidFill>
                  <a:srgbClr val="486581"/>
                </a:solidFill>
              </a:defRPr>
            </a:lvl6pPr>
            <a:lvl7pPr algn="l">
              <a:defRPr sz="750" b="0">
                <a:solidFill>
                  <a:srgbClr val="486581"/>
                </a:solidFill>
              </a:defRPr>
            </a:lvl7pPr>
            <a:lvl8pPr algn="l">
              <a:defRPr sz="750" b="0">
                <a:solidFill>
                  <a:srgbClr val="486581"/>
                </a:solidFill>
              </a:defRPr>
            </a:lvl8pPr>
            <a:lvl9pPr algn="l">
              <a:defRPr sz="7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Cloud computing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8A3B0-D588-4145-B04C-E884114B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486581"/>
                </a:solidFill>
              </a:defRPr>
            </a:defPPr>
            <a:lvl1pPr algn="l">
              <a:defRPr sz="1350" b="0">
                <a:solidFill>
                  <a:srgbClr val="486581"/>
                </a:solidFill>
              </a:defRPr>
            </a:lvl1pPr>
            <a:lvl2pPr algn="l">
              <a:defRPr sz="1350" b="0">
                <a:solidFill>
                  <a:srgbClr val="486581"/>
                </a:solidFill>
              </a:defRPr>
            </a:lvl2pPr>
            <a:lvl3pPr algn="l">
              <a:defRPr sz="1350" b="0">
                <a:solidFill>
                  <a:srgbClr val="486581"/>
                </a:solidFill>
              </a:defRPr>
            </a:lvl3pPr>
            <a:lvl4pPr algn="l">
              <a:defRPr sz="1350" b="0">
                <a:solidFill>
                  <a:srgbClr val="486581"/>
                </a:solidFill>
              </a:defRPr>
            </a:lvl4pPr>
            <a:lvl5pPr algn="l">
              <a:defRPr sz="1350" b="0">
                <a:solidFill>
                  <a:srgbClr val="486581"/>
                </a:solidFill>
              </a:defRPr>
            </a:lvl5pPr>
            <a:lvl6pPr algn="l">
              <a:defRPr sz="1350" b="0">
                <a:solidFill>
                  <a:srgbClr val="486581"/>
                </a:solidFill>
              </a:defRPr>
            </a:lvl6pPr>
            <a:lvl7pPr algn="l">
              <a:defRPr sz="1350" b="0">
                <a:solidFill>
                  <a:srgbClr val="486581"/>
                </a:solidFill>
              </a:defRPr>
            </a:lvl7pPr>
            <a:lvl8pPr algn="l">
              <a:defRPr sz="1350" b="0">
                <a:solidFill>
                  <a:srgbClr val="486581"/>
                </a:solidFill>
              </a:defRPr>
            </a:lvl8pPr>
            <a:lvl9pPr algn="l">
              <a:defRPr sz="13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The report describes a cloud-ready design. It does not claim a live AWS deployment.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578A1-7E94-42F9-9ED9-E55D22DA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171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77246-7EAC-4F35-9E21-65FD4881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622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</a:defRPr>
            </a:defPPr>
            <a:lvl1pPr algn="ctr">
              <a:defRPr sz="1500" b="1">
                <a:solidFill>
                  <a:srgbClr val="102A43"/>
                </a:solidFill>
              </a:defRPr>
            </a:lvl1pPr>
            <a:lvl2pPr algn="ctr">
              <a:defRPr sz="1500" b="1">
                <a:solidFill>
                  <a:srgbClr val="102A43"/>
                </a:solidFill>
              </a:defRPr>
            </a:lvl2pPr>
            <a:lvl3pPr algn="ctr">
              <a:defRPr sz="1500" b="1">
                <a:solidFill>
                  <a:srgbClr val="102A43"/>
                </a:solidFill>
              </a:defRPr>
            </a:lvl3pPr>
            <a:lvl4pPr algn="ctr">
              <a:defRPr sz="1500" b="1">
                <a:solidFill>
                  <a:srgbClr val="102A43"/>
                </a:solidFill>
              </a:defRPr>
            </a:lvl4pPr>
            <a:lvl5pPr algn="ctr">
              <a:defRPr sz="1500" b="1">
                <a:solidFill>
                  <a:srgbClr val="102A43"/>
                </a:solidFill>
              </a:defRPr>
            </a:lvl5pPr>
            <a:lvl6pPr algn="ctr">
              <a:defRPr sz="1500" b="1">
                <a:solidFill>
                  <a:srgbClr val="102A43"/>
                </a:solidFill>
              </a:defRPr>
            </a:lvl6pPr>
            <a:lvl7pPr algn="ctr">
              <a:defRPr sz="1500" b="1">
                <a:solidFill>
                  <a:srgbClr val="102A43"/>
                </a:solidFill>
              </a:defRPr>
            </a:lvl7pPr>
            <a:lvl8pPr algn="ctr">
              <a:defRPr sz="1500" b="1">
                <a:solidFill>
                  <a:srgbClr val="102A43"/>
                </a:solidFill>
              </a:defRPr>
            </a:lvl8pPr>
            <a:lvl9pPr algn="ctr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Student 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315AD-3407-4E47-B4E6-DECB9B84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62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486581"/>
                </a:solidFill>
              </a:defRPr>
            </a:defPPr>
            <a:lvl1pPr algn="ctr">
              <a:defRPr sz="1125" b="0">
                <a:solidFill>
                  <a:srgbClr val="486581"/>
                </a:solidFill>
              </a:defRPr>
            </a:lvl1pPr>
            <a:lvl2pPr algn="ctr">
              <a:defRPr sz="1125" b="0">
                <a:solidFill>
                  <a:srgbClr val="486581"/>
                </a:solidFill>
              </a:defRPr>
            </a:lvl2pPr>
            <a:lvl3pPr algn="ctr">
              <a:defRPr sz="1125" b="0">
                <a:solidFill>
                  <a:srgbClr val="486581"/>
                </a:solidFill>
              </a:defRPr>
            </a:lvl3pPr>
            <a:lvl4pPr algn="ctr">
              <a:defRPr sz="1125" b="0">
                <a:solidFill>
                  <a:srgbClr val="486581"/>
                </a:solidFill>
              </a:defRPr>
            </a:lvl4pPr>
            <a:lvl5pPr algn="ctr">
              <a:defRPr sz="1125" b="0">
                <a:solidFill>
                  <a:srgbClr val="486581"/>
                </a:solidFill>
              </a:defRPr>
            </a:lvl5pPr>
            <a:lvl6pPr algn="ctr">
              <a:defRPr sz="1125" b="0">
                <a:solidFill>
                  <a:srgbClr val="486581"/>
                </a:solidFill>
              </a:defRPr>
            </a:lvl6pPr>
            <a:lvl7pPr algn="ctr">
              <a:defRPr sz="1125" b="0">
                <a:solidFill>
                  <a:srgbClr val="486581"/>
                </a:solidFill>
              </a:defRPr>
            </a:lvl7pPr>
            <a:lvl8pPr algn="ctr">
              <a:defRPr sz="1125" b="0">
                <a:solidFill>
                  <a:srgbClr val="486581"/>
                </a:solidFill>
              </a:defRPr>
            </a:lvl8pPr>
            <a:lvl9pPr algn="ctr">
              <a:defRPr sz="1125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486581"/>
                </a:solidFill>
              </a:defRPr>
            </a:pPr>
            <a:r>
              <a:rPr sz="1125" b="0">
                <a:solidFill>
                  <a:srgbClr val="486581"/>
                </a:solidFill>
              </a:rPr>
              <a:t>React interface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5616E-BD2E-4261-AA72-0DD45D13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0037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146EB4"/>
                </a:solidFill>
              </a:defRPr>
            </a:defPPr>
            <a:lvl1pPr algn="ctr">
              <a:defRPr sz="2250" b="1">
                <a:solidFill>
                  <a:srgbClr val="146EB4"/>
                </a:solidFill>
              </a:defRPr>
            </a:lvl1pPr>
            <a:lvl2pPr algn="ctr">
              <a:defRPr sz="2250" b="1">
                <a:solidFill>
                  <a:srgbClr val="146EB4"/>
                </a:solidFill>
              </a:defRPr>
            </a:lvl2pPr>
            <a:lvl3pPr algn="ctr">
              <a:defRPr sz="2250" b="1">
                <a:solidFill>
                  <a:srgbClr val="146EB4"/>
                </a:solidFill>
              </a:defRPr>
            </a:lvl3pPr>
            <a:lvl4pPr algn="ctr">
              <a:defRPr sz="2250" b="1">
                <a:solidFill>
                  <a:srgbClr val="146EB4"/>
                </a:solidFill>
              </a:defRPr>
            </a:lvl4pPr>
            <a:lvl5pPr algn="ctr">
              <a:defRPr sz="2250" b="1">
                <a:solidFill>
                  <a:srgbClr val="146EB4"/>
                </a:solidFill>
              </a:defRPr>
            </a:lvl5pPr>
            <a:lvl6pPr algn="ctr">
              <a:defRPr sz="2250" b="1">
                <a:solidFill>
                  <a:srgbClr val="146EB4"/>
                </a:solidFill>
              </a:defRPr>
            </a:lvl6pPr>
            <a:lvl7pPr algn="ctr">
              <a:defRPr sz="2250" b="1">
                <a:solidFill>
                  <a:srgbClr val="146EB4"/>
                </a:solidFill>
              </a:defRPr>
            </a:lvl7pPr>
            <a:lvl8pPr algn="ctr">
              <a:defRPr sz="2250" b="1">
                <a:solidFill>
                  <a:srgbClr val="146EB4"/>
                </a:solidFill>
              </a:defRPr>
            </a:lvl8pPr>
            <a:lvl9pPr algn="ctr">
              <a:defRPr sz="2250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46EB4"/>
                </a:solidFill>
              </a:defRPr>
            </a:pPr>
            <a:r>
              <a:rPr sz="2250" b="1">
                <a:solidFill>
                  <a:srgbClr val="146EB4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EC947-5E6E-4262-A075-33C5349D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76500"/>
            <a:ext cx="171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8F8C1-5EEA-40EE-B3B5-E1F85496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622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</a:defRPr>
            </a:defPPr>
            <a:lvl1pPr algn="ctr">
              <a:defRPr sz="1500" b="1">
                <a:solidFill>
                  <a:srgbClr val="102A43"/>
                </a:solidFill>
              </a:defRPr>
            </a:lvl1pPr>
            <a:lvl2pPr algn="ctr">
              <a:defRPr sz="1500" b="1">
                <a:solidFill>
                  <a:srgbClr val="102A43"/>
                </a:solidFill>
              </a:defRPr>
            </a:lvl2pPr>
            <a:lvl3pPr algn="ctr">
              <a:defRPr sz="1500" b="1">
                <a:solidFill>
                  <a:srgbClr val="102A43"/>
                </a:solidFill>
              </a:defRPr>
            </a:lvl3pPr>
            <a:lvl4pPr algn="ctr">
              <a:defRPr sz="1500" b="1">
                <a:solidFill>
                  <a:srgbClr val="102A43"/>
                </a:solidFill>
              </a:defRPr>
            </a:lvl4pPr>
            <a:lvl5pPr algn="ctr">
              <a:defRPr sz="1500" b="1">
                <a:solidFill>
                  <a:srgbClr val="102A43"/>
                </a:solidFill>
              </a:defRPr>
            </a:lvl5pPr>
            <a:lvl6pPr algn="ctr">
              <a:defRPr sz="1500" b="1">
                <a:solidFill>
                  <a:srgbClr val="102A43"/>
                </a:solidFill>
              </a:defRPr>
            </a:lvl6pPr>
            <a:lvl7pPr algn="ctr">
              <a:defRPr sz="1500" b="1">
                <a:solidFill>
                  <a:srgbClr val="102A43"/>
                </a:solidFill>
              </a:defRPr>
            </a:lvl7pPr>
            <a:lvl8pPr algn="ctr">
              <a:defRPr sz="1500" b="1">
                <a:solidFill>
                  <a:srgbClr val="102A43"/>
                </a:solidFill>
              </a:defRPr>
            </a:lvl8pPr>
            <a:lvl9pPr algn="ctr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AWS Amplify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8B0F5-3DA1-4B97-936E-70B8099E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62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486581"/>
                </a:solidFill>
              </a:defRPr>
            </a:defPPr>
            <a:lvl1pPr algn="ctr">
              <a:defRPr sz="1125" b="0">
                <a:solidFill>
                  <a:srgbClr val="486581"/>
                </a:solidFill>
              </a:defRPr>
            </a:lvl1pPr>
            <a:lvl2pPr algn="ctr">
              <a:defRPr sz="1125" b="0">
                <a:solidFill>
                  <a:srgbClr val="486581"/>
                </a:solidFill>
              </a:defRPr>
            </a:lvl2pPr>
            <a:lvl3pPr algn="ctr">
              <a:defRPr sz="1125" b="0">
                <a:solidFill>
                  <a:srgbClr val="486581"/>
                </a:solidFill>
              </a:defRPr>
            </a:lvl3pPr>
            <a:lvl4pPr algn="ctr">
              <a:defRPr sz="1125" b="0">
                <a:solidFill>
                  <a:srgbClr val="486581"/>
                </a:solidFill>
              </a:defRPr>
            </a:lvl4pPr>
            <a:lvl5pPr algn="ctr">
              <a:defRPr sz="1125" b="0">
                <a:solidFill>
                  <a:srgbClr val="486581"/>
                </a:solidFill>
              </a:defRPr>
            </a:lvl5pPr>
            <a:lvl6pPr algn="ctr">
              <a:defRPr sz="1125" b="0">
                <a:solidFill>
                  <a:srgbClr val="486581"/>
                </a:solidFill>
              </a:defRPr>
            </a:lvl6pPr>
            <a:lvl7pPr algn="ctr">
              <a:defRPr sz="1125" b="0">
                <a:solidFill>
                  <a:srgbClr val="486581"/>
                </a:solidFill>
              </a:defRPr>
            </a:lvl7pPr>
            <a:lvl8pPr algn="ctr">
              <a:defRPr sz="1125" b="0">
                <a:solidFill>
                  <a:srgbClr val="486581"/>
                </a:solidFill>
              </a:defRPr>
            </a:lvl8pPr>
            <a:lvl9pPr algn="ctr">
              <a:defRPr sz="1125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486581"/>
                </a:solidFill>
              </a:defRPr>
            </a:pPr>
            <a:r>
              <a:rPr sz="1125" b="0">
                <a:solidFill>
                  <a:srgbClr val="486581"/>
                </a:solidFill>
              </a:rPr>
              <a:t>Hosts the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B03B0-B228-4A0E-979B-87D5F105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0037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146EB4"/>
                </a:solidFill>
              </a:defRPr>
            </a:defPPr>
            <a:lvl1pPr algn="ctr">
              <a:defRPr sz="2250" b="1">
                <a:solidFill>
                  <a:srgbClr val="146EB4"/>
                </a:solidFill>
              </a:defRPr>
            </a:lvl1pPr>
            <a:lvl2pPr algn="ctr">
              <a:defRPr sz="2250" b="1">
                <a:solidFill>
                  <a:srgbClr val="146EB4"/>
                </a:solidFill>
              </a:defRPr>
            </a:lvl2pPr>
            <a:lvl3pPr algn="ctr">
              <a:defRPr sz="2250" b="1">
                <a:solidFill>
                  <a:srgbClr val="146EB4"/>
                </a:solidFill>
              </a:defRPr>
            </a:lvl3pPr>
            <a:lvl4pPr algn="ctr">
              <a:defRPr sz="2250" b="1">
                <a:solidFill>
                  <a:srgbClr val="146EB4"/>
                </a:solidFill>
              </a:defRPr>
            </a:lvl4pPr>
            <a:lvl5pPr algn="ctr">
              <a:defRPr sz="2250" b="1">
                <a:solidFill>
                  <a:srgbClr val="146EB4"/>
                </a:solidFill>
              </a:defRPr>
            </a:lvl5pPr>
            <a:lvl6pPr algn="ctr">
              <a:defRPr sz="2250" b="1">
                <a:solidFill>
                  <a:srgbClr val="146EB4"/>
                </a:solidFill>
              </a:defRPr>
            </a:lvl6pPr>
            <a:lvl7pPr algn="ctr">
              <a:defRPr sz="2250" b="1">
                <a:solidFill>
                  <a:srgbClr val="146EB4"/>
                </a:solidFill>
              </a:defRPr>
            </a:lvl7pPr>
            <a:lvl8pPr algn="ctr">
              <a:defRPr sz="2250" b="1">
                <a:solidFill>
                  <a:srgbClr val="146EB4"/>
                </a:solidFill>
              </a:defRPr>
            </a:lvl8pPr>
            <a:lvl9pPr algn="ctr">
              <a:defRPr sz="2250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46EB4"/>
                </a:solidFill>
              </a:defRPr>
            </a:pPr>
            <a:r>
              <a:rPr sz="2250" b="1">
                <a:solidFill>
                  <a:srgbClr val="146EB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66BA4-F3DB-46D7-9183-52BAA8D5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76500"/>
            <a:ext cx="171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750AB-8AA4-4AF2-AECD-04FF8484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7622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</a:defRPr>
            </a:defPPr>
            <a:lvl1pPr algn="ctr">
              <a:defRPr sz="1500" b="1">
                <a:solidFill>
                  <a:srgbClr val="102A43"/>
                </a:solidFill>
              </a:defRPr>
            </a:lvl1pPr>
            <a:lvl2pPr algn="ctr">
              <a:defRPr sz="1500" b="1">
                <a:solidFill>
                  <a:srgbClr val="102A43"/>
                </a:solidFill>
              </a:defRPr>
            </a:lvl2pPr>
            <a:lvl3pPr algn="ctr">
              <a:defRPr sz="1500" b="1">
                <a:solidFill>
                  <a:srgbClr val="102A43"/>
                </a:solidFill>
              </a:defRPr>
            </a:lvl3pPr>
            <a:lvl4pPr algn="ctr">
              <a:defRPr sz="1500" b="1">
                <a:solidFill>
                  <a:srgbClr val="102A43"/>
                </a:solidFill>
              </a:defRPr>
            </a:lvl4pPr>
            <a:lvl5pPr algn="ctr">
              <a:defRPr sz="1500" b="1">
                <a:solidFill>
                  <a:srgbClr val="102A43"/>
                </a:solidFill>
              </a:defRPr>
            </a:lvl5pPr>
            <a:lvl6pPr algn="ctr">
              <a:defRPr sz="1500" b="1">
                <a:solidFill>
                  <a:srgbClr val="102A43"/>
                </a:solidFill>
              </a:defRPr>
            </a:lvl6pPr>
            <a:lvl7pPr algn="ctr">
              <a:defRPr sz="1500" b="1">
                <a:solidFill>
                  <a:srgbClr val="102A43"/>
                </a:solidFill>
              </a:defRPr>
            </a:lvl7pPr>
            <a:lvl8pPr algn="ctr">
              <a:defRPr sz="1500" b="1">
                <a:solidFill>
                  <a:srgbClr val="102A43"/>
                </a:solidFill>
              </a:defRPr>
            </a:lvl8pPr>
            <a:lvl9pPr algn="ctr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Amazon EC2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7DC6A-0ED1-4CD4-9C90-2ED9D263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62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486581"/>
                </a:solidFill>
              </a:defRPr>
            </a:defPPr>
            <a:lvl1pPr algn="ctr">
              <a:defRPr sz="1125" b="0">
                <a:solidFill>
                  <a:srgbClr val="486581"/>
                </a:solidFill>
              </a:defRPr>
            </a:lvl1pPr>
            <a:lvl2pPr algn="ctr">
              <a:defRPr sz="1125" b="0">
                <a:solidFill>
                  <a:srgbClr val="486581"/>
                </a:solidFill>
              </a:defRPr>
            </a:lvl2pPr>
            <a:lvl3pPr algn="ctr">
              <a:defRPr sz="1125" b="0">
                <a:solidFill>
                  <a:srgbClr val="486581"/>
                </a:solidFill>
              </a:defRPr>
            </a:lvl3pPr>
            <a:lvl4pPr algn="ctr">
              <a:defRPr sz="1125" b="0">
                <a:solidFill>
                  <a:srgbClr val="486581"/>
                </a:solidFill>
              </a:defRPr>
            </a:lvl4pPr>
            <a:lvl5pPr algn="ctr">
              <a:defRPr sz="1125" b="0">
                <a:solidFill>
                  <a:srgbClr val="486581"/>
                </a:solidFill>
              </a:defRPr>
            </a:lvl5pPr>
            <a:lvl6pPr algn="ctr">
              <a:defRPr sz="1125" b="0">
                <a:solidFill>
                  <a:srgbClr val="486581"/>
                </a:solidFill>
              </a:defRPr>
            </a:lvl6pPr>
            <a:lvl7pPr algn="ctr">
              <a:defRPr sz="1125" b="0">
                <a:solidFill>
                  <a:srgbClr val="486581"/>
                </a:solidFill>
              </a:defRPr>
            </a:lvl7pPr>
            <a:lvl8pPr algn="ctr">
              <a:defRPr sz="1125" b="0">
                <a:solidFill>
                  <a:srgbClr val="486581"/>
                </a:solidFill>
              </a:defRPr>
            </a:lvl8pPr>
            <a:lvl9pPr algn="ctr">
              <a:defRPr sz="1125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486581"/>
                </a:solidFill>
              </a:defRPr>
            </a:pPr>
            <a:r>
              <a:rPr sz="1125" b="0">
                <a:solidFill>
                  <a:srgbClr val="486581"/>
                </a:solidFill>
              </a:rPr>
              <a:t>Runs Flask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626A5-5A0B-4F2F-ABCF-FD54F327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00037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146EB4"/>
                </a:solidFill>
              </a:defRPr>
            </a:defPPr>
            <a:lvl1pPr algn="ctr">
              <a:defRPr sz="2250" b="1">
                <a:solidFill>
                  <a:srgbClr val="146EB4"/>
                </a:solidFill>
              </a:defRPr>
            </a:lvl1pPr>
            <a:lvl2pPr algn="ctr">
              <a:defRPr sz="2250" b="1">
                <a:solidFill>
                  <a:srgbClr val="146EB4"/>
                </a:solidFill>
              </a:defRPr>
            </a:lvl2pPr>
            <a:lvl3pPr algn="ctr">
              <a:defRPr sz="2250" b="1">
                <a:solidFill>
                  <a:srgbClr val="146EB4"/>
                </a:solidFill>
              </a:defRPr>
            </a:lvl3pPr>
            <a:lvl4pPr algn="ctr">
              <a:defRPr sz="2250" b="1">
                <a:solidFill>
                  <a:srgbClr val="146EB4"/>
                </a:solidFill>
              </a:defRPr>
            </a:lvl4pPr>
            <a:lvl5pPr algn="ctr">
              <a:defRPr sz="2250" b="1">
                <a:solidFill>
                  <a:srgbClr val="146EB4"/>
                </a:solidFill>
              </a:defRPr>
            </a:lvl5pPr>
            <a:lvl6pPr algn="ctr">
              <a:defRPr sz="2250" b="1">
                <a:solidFill>
                  <a:srgbClr val="146EB4"/>
                </a:solidFill>
              </a:defRPr>
            </a:lvl6pPr>
            <a:lvl7pPr algn="ctr">
              <a:defRPr sz="2250" b="1">
                <a:solidFill>
                  <a:srgbClr val="146EB4"/>
                </a:solidFill>
              </a:defRPr>
            </a:lvl7pPr>
            <a:lvl8pPr algn="ctr">
              <a:defRPr sz="2250" b="1">
                <a:solidFill>
                  <a:srgbClr val="146EB4"/>
                </a:solidFill>
              </a:defRPr>
            </a:lvl8pPr>
            <a:lvl9pPr algn="ctr">
              <a:defRPr sz="2250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46EB4"/>
                </a:solidFill>
              </a:defRPr>
            </a:pPr>
            <a:r>
              <a:rPr sz="2250" b="1">
                <a:solidFill>
                  <a:srgbClr val="146EB4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85150-9718-4F5B-AE54-A414F08F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76500"/>
            <a:ext cx="171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5EC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E27F1-7C06-48D6-BE02-6703CA93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622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</a:defRPr>
            </a:defPPr>
            <a:lvl1pPr algn="ctr">
              <a:defRPr sz="1500" b="1">
                <a:solidFill>
                  <a:srgbClr val="102A43"/>
                </a:solidFill>
              </a:defRPr>
            </a:lvl1pPr>
            <a:lvl2pPr algn="ctr">
              <a:defRPr sz="1500" b="1">
                <a:solidFill>
                  <a:srgbClr val="102A43"/>
                </a:solidFill>
              </a:defRPr>
            </a:lvl2pPr>
            <a:lvl3pPr algn="ctr">
              <a:defRPr sz="1500" b="1">
                <a:solidFill>
                  <a:srgbClr val="102A43"/>
                </a:solidFill>
              </a:defRPr>
            </a:lvl3pPr>
            <a:lvl4pPr algn="ctr">
              <a:defRPr sz="1500" b="1">
                <a:solidFill>
                  <a:srgbClr val="102A43"/>
                </a:solidFill>
              </a:defRPr>
            </a:lvl4pPr>
            <a:lvl5pPr algn="ctr">
              <a:defRPr sz="1500" b="1">
                <a:solidFill>
                  <a:srgbClr val="102A43"/>
                </a:solidFill>
              </a:defRPr>
            </a:lvl5pPr>
            <a:lvl6pPr algn="ctr">
              <a:defRPr sz="1500" b="1">
                <a:solidFill>
                  <a:srgbClr val="102A43"/>
                </a:solidFill>
              </a:defRPr>
            </a:lvl6pPr>
            <a:lvl7pPr algn="ctr">
              <a:defRPr sz="1500" b="1">
                <a:solidFill>
                  <a:srgbClr val="102A43"/>
                </a:solidFill>
              </a:defRPr>
            </a:lvl7pPr>
            <a:lvl8pPr algn="ctr">
              <a:defRPr sz="1500" b="1">
                <a:solidFill>
                  <a:srgbClr val="102A43"/>
                </a:solidFill>
              </a:defRPr>
            </a:lvl8pPr>
            <a:lvl9pPr algn="ctr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Amazon 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EBC6B-6A08-48A8-AF70-2A423849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62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486581"/>
                </a:solidFill>
              </a:defRPr>
            </a:defPPr>
            <a:lvl1pPr algn="ctr">
              <a:defRPr sz="1125" b="0">
                <a:solidFill>
                  <a:srgbClr val="486581"/>
                </a:solidFill>
              </a:defRPr>
            </a:lvl1pPr>
            <a:lvl2pPr algn="ctr">
              <a:defRPr sz="1125" b="0">
                <a:solidFill>
                  <a:srgbClr val="486581"/>
                </a:solidFill>
              </a:defRPr>
            </a:lvl2pPr>
            <a:lvl3pPr algn="ctr">
              <a:defRPr sz="1125" b="0">
                <a:solidFill>
                  <a:srgbClr val="486581"/>
                </a:solidFill>
              </a:defRPr>
            </a:lvl3pPr>
            <a:lvl4pPr algn="ctr">
              <a:defRPr sz="1125" b="0">
                <a:solidFill>
                  <a:srgbClr val="486581"/>
                </a:solidFill>
              </a:defRPr>
            </a:lvl4pPr>
            <a:lvl5pPr algn="ctr">
              <a:defRPr sz="1125" b="0">
                <a:solidFill>
                  <a:srgbClr val="486581"/>
                </a:solidFill>
              </a:defRPr>
            </a:lvl5pPr>
            <a:lvl6pPr algn="ctr">
              <a:defRPr sz="1125" b="0">
                <a:solidFill>
                  <a:srgbClr val="486581"/>
                </a:solidFill>
              </a:defRPr>
            </a:lvl6pPr>
            <a:lvl7pPr algn="ctr">
              <a:defRPr sz="1125" b="0">
                <a:solidFill>
                  <a:srgbClr val="486581"/>
                </a:solidFill>
              </a:defRPr>
            </a:lvl7pPr>
            <a:lvl8pPr algn="ctr">
              <a:defRPr sz="1125" b="0">
                <a:solidFill>
                  <a:srgbClr val="486581"/>
                </a:solidFill>
              </a:defRPr>
            </a:lvl8pPr>
            <a:lvl9pPr algn="ctr">
              <a:defRPr sz="1125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486581"/>
                </a:solidFill>
              </a:defRPr>
            </a:pPr>
            <a:r>
              <a:rPr sz="1125" b="0">
                <a:solidFill>
                  <a:srgbClr val="486581"/>
                </a:solidFill>
              </a:rPr>
              <a:t>Stores PostgreSQL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FA92F-9869-4EA7-A47C-BB4B04FA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86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486581"/>
                </a:solidFill>
              </a:defRPr>
            </a:defPPr>
            <a:lvl1pPr algn="ctr">
              <a:defRPr sz="1200" b="1">
                <a:solidFill>
                  <a:srgbClr val="486581"/>
                </a:solidFill>
              </a:defRPr>
            </a:lvl1pPr>
            <a:lvl2pPr algn="ctr">
              <a:defRPr sz="1200" b="1">
                <a:solidFill>
                  <a:srgbClr val="486581"/>
                </a:solidFill>
              </a:defRPr>
            </a:lvl2pPr>
            <a:lvl3pPr algn="ctr">
              <a:defRPr sz="1200" b="1">
                <a:solidFill>
                  <a:srgbClr val="486581"/>
                </a:solidFill>
              </a:defRPr>
            </a:lvl3pPr>
            <a:lvl4pPr algn="ctr">
              <a:defRPr sz="1200" b="1">
                <a:solidFill>
                  <a:srgbClr val="486581"/>
                </a:solidFill>
              </a:defRPr>
            </a:lvl4pPr>
            <a:lvl5pPr algn="ctr">
              <a:defRPr sz="1200" b="1">
                <a:solidFill>
                  <a:srgbClr val="486581"/>
                </a:solidFill>
              </a:defRPr>
            </a:lvl5pPr>
            <a:lvl6pPr algn="ctr">
              <a:defRPr sz="1200" b="1">
                <a:solidFill>
                  <a:srgbClr val="486581"/>
                </a:solidFill>
              </a:defRPr>
            </a:lvl6pPr>
            <a:lvl7pPr algn="ctr">
              <a:defRPr sz="1200" b="1">
                <a:solidFill>
                  <a:srgbClr val="486581"/>
                </a:solidFill>
              </a:defRPr>
            </a:lvl7pPr>
            <a:lvl8pPr algn="ctr">
              <a:defRPr sz="1200" b="1">
                <a:solidFill>
                  <a:srgbClr val="486581"/>
                </a:solidFill>
              </a:defRPr>
            </a:lvl8pPr>
            <a:lvl9pPr algn="ctr">
              <a:defRPr sz="12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486581"/>
                </a:solidFill>
              </a:defRPr>
            </a:pPr>
            <a:r>
              <a:rPr sz="1200" b="1">
                <a:solidFill>
                  <a:srgbClr val="486581"/>
                </a:solidFill>
              </a:rPr>
              <a:t>HTTPS requests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580172-0064-43EB-97CB-AD0AB04F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86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486581"/>
                </a:solidFill>
              </a:defRPr>
            </a:defPPr>
            <a:lvl1pPr algn="ctr">
              <a:defRPr sz="1200" b="1">
                <a:solidFill>
                  <a:srgbClr val="486581"/>
                </a:solidFill>
              </a:defRPr>
            </a:lvl1pPr>
            <a:lvl2pPr algn="ctr">
              <a:defRPr sz="1200" b="1">
                <a:solidFill>
                  <a:srgbClr val="486581"/>
                </a:solidFill>
              </a:defRPr>
            </a:lvl2pPr>
            <a:lvl3pPr algn="ctr">
              <a:defRPr sz="1200" b="1">
                <a:solidFill>
                  <a:srgbClr val="486581"/>
                </a:solidFill>
              </a:defRPr>
            </a:lvl3pPr>
            <a:lvl4pPr algn="ctr">
              <a:defRPr sz="1200" b="1">
                <a:solidFill>
                  <a:srgbClr val="486581"/>
                </a:solidFill>
              </a:defRPr>
            </a:lvl4pPr>
            <a:lvl5pPr algn="ctr">
              <a:defRPr sz="1200" b="1">
                <a:solidFill>
                  <a:srgbClr val="486581"/>
                </a:solidFill>
              </a:defRPr>
            </a:lvl5pPr>
            <a:lvl6pPr algn="ctr">
              <a:defRPr sz="1200" b="1">
                <a:solidFill>
                  <a:srgbClr val="486581"/>
                </a:solidFill>
              </a:defRPr>
            </a:lvl6pPr>
            <a:lvl7pPr algn="ctr">
              <a:defRPr sz="1200" b="1">
                <a:solidFill>
                  <a:srgbClr val="486581"/>
                </a:solidFill>
              </a:defRPr>
            </a:lvl7pPr>
            <a:lvl8pPr algn="ctr">
              <a:defRPr sz="1200" b="1">
                <a:solidFill>
                  <a:srgbClr val="486581"/>
                </a:solidFill>
              </a:defRPr>
            </a:lvl8pPr>
            <a:lvl9pPr algn="ctr">
              <a:defRPr sz="12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486581"/>
                </a:solidFill>
              </a:defRPr>
            </a:pPr>
            <a:r>
              <a:rPr sz="1200" b="1">
                <a:solidFill>
                  <a:srgbClr val="486581"/>
                </a:solidFill>
              </a:rPr>
              <a:t>REST and 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06FF44-AB8C-494F-9A13-F4983AFE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86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486581"/>
                </a:solidFill>
              </a:defRPr>
            </a:defPPr>
            <a:lvl1pPr algn="ctr">
              <a:defRPr sz="1200" b="1">
                <a:solidFill>
                  <a:srgbClr val="486581"/>
                </a:solidFill>
              </a:defRPr>
            </a:lvl1pPr>
            <a:lvl2pPr algn="ctr">
              <a:defRPr sz="1200" b="1">
                <a:solidFill>
                  <a:srgbClr val="486581"/>
                </a:solidFill>
              </a:defRPr>
            </a:lvl2pPr>
            <a:lvl3pPr algn="ctr">
              <a:defRPr sz="1200" b="1">
                <a:solidFill>
                  <a:srgbClr val="486581"/>
                </a:solidFill>
              </a:defRPr>
            </a:lvl3pPr>
            <a:lvl4pPr algn="ctr">
              <a:defRPr sz="1200" b="1">
                <a:solidFill>
                  <a:srgbClr val="486581"/>
                </a:solidFill>
              </a:defRPr>
            </a:lvl4pPr>
            <a:lvl5pPr algn="ctr">
              <a:defRPr sz="1200" b="1">
                <a:solidFill>
                  <a:srgbClr val="486581"/>
                </a:solidFill>
              </a:defRPr>
            </a:lvl5pPr>
            <a:lvl6pPr algn="ctr">
              <a:defRPr sz="1200" b="1">
                <a:solidFill>
                  <a:srgbClr val="486581"/>
                </a:solidFill>
              </a:defRPr>
            </a:lvl6pPr>
            <a:lvl7pPr algn="ctr">
              <a:defRPr sz="1200" b="1">
                <a:solidFill>
                  <a:srgbClr val="486581"/>
                </a:solidFill>
              </a:defRPr>
            </a:lvl7pPr>
            <a:lvl8pPr algn="ctr">
              <a:defRPr sz="1200" b="1">
                <a:solidFill>
                  <a:srgbClr val="486581"/>
                </a:solidFill>
              </a:defRPr>
            </a:lvl8pPr>
            <a:lvl9pPr algn="ctr">
              <a:defRPr sz="12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486581"/>
                </a:solidFill>
              </a:defRPr>
            </a:pPr>
            <a:r>
              <a:rPr sz="1200" b="1">
                <a:solidFill>
                  <a:srgbClr val="486581"/>
                </a:solidFill>
              </a:rPr>
              <a:t>SQL queries</a:t>
            </a:r>
          </a:p>
        </p:txBody>
      </p:sp>
    </p:spTree>
    <p:extLst>
      <p:ext uri="{BB962C8B-B14F-4D97-AF65-F5344CB8AC3E}">
        <p14:creationId xmlns:p14="http://schemas.microsoft.com/office/powerpoint/2010/main" val="20515094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8994A4-63E5-416E-A682-18EE4B45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AWS Amplify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B6297-BB2D-48D8-962F-B18F388E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3626E-5948-460D-A14C-A75E9919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33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A3911-210E-488D-849B-40453F66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</a:defRPr>
            </a:defPPr>
            <a:lvl1pPr algn="l">
              <a:defRPr sz="750" b="0">
                <a:solidFill>
                  <a:srgbClr val="486581"/>
                </a:solidFill>
              </a:defRPr>
            </a:lvl1pPr>
            <a:lvl2pPr algn="l">
              <a:defRPr sz="750" b="0">
                <a:solidFill>
                  <a:srgbClr val="486581"/>
                </a:solidFill>
              </a:defRPr>
            </a:lvl2pPr>
            <a:lvl3pPr algn="l">
              <a:defRPr sz="750" b="0">
                <a:solidFill>
                  <a:srgbClr val="486581"/>
                </a:solidFill>
              </a:defRPr>
            </a:lvl3pPr>
            <a:lvl4pPr algn="l">
              <a:defRPr sz="750" b="0">
                <a:solidFill>
                  <a:srgbClr val="486581"/>
                </a:solidFill>
              </a:defRPr>
            </a:lvl4pPr>
            <a:lvl5pPr algn="l">
              <a:defRPr sz="750" b="0">
                <a:solidFill>
                  <a:srgbClr val="486581"/>
                </a:solidFill>
              </a:defRPr>
            </a:lvl5pPr>
            <a:lvl6pPr algn="l">
              <a:defRPr sz="750" b="0">
                <a:solidFill>
                  <a:srgbClr val="486581"/>
                </a:solidFill>
              </a:defRPr>
            </a:lvl6pPr>
            <a:lvl7pPr algn="l">
              <a:defRPr sz="750" b="0">
                <a:solidFill>
                  <a:srgbClr val="486581"/>
                </a:solidFill>
              </a:defRPr>
            </a:lvl7pPr>
            <a:lvl8pPr algn="l">
              <a:defRPr sz="750" b="0">
                <a:solidFill>
                  <a:srgbClr val="486581"/>
                </a:solidFill>
              </a:defRPr>
            </a:lvl8pPr>
            <a:lvl9pPr algn="l">
              <a:defRPr sz="7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Cloud computing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AD2CE-474E-4B68-AEC5-592BDED6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3541F-D0C5-4DEC-8786-5DA77A13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AWS AMPLIFY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4A4EB-D923-406A-92C5-86B76470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 managed service for building and hosting web applications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E75BF-9083-492A-A3F7-E9B0ED43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552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02A43"/>
                </a:solidFill>
              </a:defRPr>
            </a:defPPr>
            <a:lvl1pPr algn="l">
              <a:defRPr sz="1500" b="0">
                <a:solidFill>
                  <a:srgbClr val="102A43"/>
                </a:solidFill>
              </a:defRPr>
            </a:lvl1pPr>
            <a:lvl2pPr algn="l">
              <a:defRPr sz="1500" b="0">
                <a:solidFill>
                  <a:srgbClr val="102A43"/>
                </a:solidFill>
              </a:defRPr>
            </a:lvl2pPr>
            <a:lvl3pPr algn="l">
              <a:defRPr sz="1500" b="0">
                <a:solidFill>
                  <a:srgbClr val="102A43"/>
                </a:solidFill>
              </a:defRPr>
            </a:lvl3pPr>
            <a:lvl4pPr algn="l">
              <a:defRPr sz="1500" b="0">
                <a:solidFill>
                  <a:srgbClr val="102A43"/>
                </a:solidFill>
              </a:defRPr>
            </a:lvl4pPr>
            <a:lvl5pPr algn="l">
              <a:defRPr sz="1500" b="0">
                <a:solidFill>
                  <a:srgbClr val="102A43"/>
                </a:solidFill>
              </a:defRPr>
            </a:lvl5pPr>
            <a:lvl6pPr algn="l">
              <a:defRPr sz="1500" b="0">
                <a:solidFill>
                  <a:srgbClr val="102A43"/>
                </a:solidFill>
              </a:defRPr>
            </a:lvl6pPr>
            <a:lvl7pPr algn="l">
              <a:defRPr sz="1500" b="0">
                <a:solidFill>
                  <a:srgbClr val="102A43"/>
                </a:solidFill>
              </a:defRPr>
            </a:lvl7pPr>
            <a:lvl8pPr algn="l">
              <a:defRPr sz="1500" b="0">
                <a:solidFill>
                  <a:srgbClr val="102A43"/>
                </a:solidFill>
              </a:defRPr>
            </a:lvl8pPr>
            <a:lvl9pPr algn="l">
              <a:defRPr sz="15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Amplify can host a static web frontend, connect deployments to a source repository, and provide a public HTTPS address for the application.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3B3C2-E86E-43A7-AA01-DD4526D8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34766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692FB-19DE-42FF-BB06-C30789A2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Amplify responsibilities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31692-B2B0-4C1A-8AFE-C175F1EB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2F99B-D648-4FCD-98E5-8C9C8CF7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Build the React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B463A-AD19-48B8-A20A-780D6027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A7A64-0A30-4569-8E04-1B37DD89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Publish static 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FB414F-E782-419F-B531-1AD5C2CB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81375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D1EB3-EFFA-456A-98AE-CC88CCDA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8137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Serve the web app over HTTPS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D8388-A0C9-415E-8263-FBDAEE82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5775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486581"/>
                </a:solidFill>
              </a:defRPr>
            </a:defPPr>
            <a:lvl1pPr algn="ctr">
              <a:defRPr sz="1200" b="0">
                <a:solidFill>
                  <a:srgbClr val="486581"/>
                </a:solidFill>
              </a:defRPr>
            </a:lvl1pPr>
            <a:lvl2pPr algn="ctr">
              <a:defRPr sz="1200" b="0">
                <a:solidFill>
                  <a:srgbClr val="486581"/>
                </a:solidFill>
              </a:defRPr>
            </a:lvl2pPr>
            <a:lvl3pPr algn="ctr">
              <a:defRPr sz="1200" b="0">
                <a:solidFill>
                  <a:srgbClr val="486581"/>
                </a:solidFill>
              </a:defRPr>
            </a:lvl3pPr>
            <a:lvl4pPr algn="ctr">
              <a:defRPr sz="1200" b="0">
                <a:solidFill>
                  <a:srgbClr val="486581"/>
                </a:solidFill>
              </a:defRPr>
            </a:lvl4pPr>
            <a:lvl5pPr algn="ctr">
              <a:defRPr sz="1200" b="0">
                <a:solidFill>
                  <a:srgbClr val="486581"/>
                </a:solidFill>
              </a:defRPr>
            </a:lvl5pPr>
            <a:lvl6pPr algn="ctr">
              <a:defRPr sz="1200" b="0">
                <a:solidFill>
                  <a:srgbClr val="486581"/>
                </a:solidFill>
              </a:defRPr>
            </a:lvl6pPr>
            <a:lvl7pPr algn="ctr">
              <a:defRPr sz="1200" b="0">
                <a:solidFill>
                  <a:srgbClr val="486581"/>
                </a:solidFill>
              </a:defRPr>
            </a:lvl7pPr>
            <a:lvl8pPr algn="ctr">
              <a:defRPr sz="1200" b="0">
                <a:solidFill>
                  <a:srgbClr val="486581"/>
                </a:solidFill>
              </a:defRPr>
            </a:lvl8pPr>
            <a:lvl9pPr algn="ctr">
              <a:defRPr sz="120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Frontend hosting layer</a:t>
            </a:r>
          </a:p>
        </p:txBody>
      </p:sp>
    </p:spTree>
    <p:extLst>
      <p:ext uri="{BB962C8B-B14F-4D97-AF65-F5344CB8AC3E}">
        <p14:creationId xmlns:p14="http://schemas.microsoft.com/office/powerpoint/2010/main" val="19957097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390238-C812-4113-8BF3-5BD97CCB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AWS Amplify in TaskFlow 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7B71A-C99C-435A-95A9-9CABFC02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13089-71FB-4663-9BBA-D5EC2C58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33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1FD46-3788-41D4-8EA1-5BD4A2E8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</a:defRPr>
            </a:defPPr>
            <a:lvl1pPr algn="l">
              <a:defRPr sz="750" b="0">
                <a:solidFill>
                  <a:srgbClr val="486581"/>
                </a:solidFill>
              </a:defRPr>
            </a:lvl1pPr>
            <a:lvl2pPr algn="l">
              <a:defRPr sz="750" b="0">
                <a:solidFill>
                  <a:srgbClr val="486581"/>
                </a:solidFill>
              </a:defRPr>
            </a:lvl2pPr>
            <a:lvl3pPr algn="l">
              <a:defRPr sz="750" b="0">
                <a:solidFill>
                  <a:srgbClr val="486581"/>
                </a:solidFill>
              </a:defRPr>
            </a:lvl3pPr>
            <a:lvl4pPr algn="l">
              <a:defRPr sz="750" b="0">
                <a:solidFill>
                  <a:srgbClr val="486581"/>
                </a:solidFill>
              </a:defRPr>
            </a:lvl4pPr>
            <a:lvl5pPr algn="l">
              <a:defRPr sz="750" b="0">
                <a:solidFill>
                  <a:srgbClr val="486581"/>
                </a:solidFill>
              </a:defRPr>
            </a:lvl5pPr>
            <a:lvl6pPr algn="l">
              <a:defRPr sz="750" b="0">
                <a:solidFill>
                  <a:srgbClr val="486581"/>
                </a:solidFill>
              </a:defRPr>
            </a:lvl6pPr>
            <a:lvl7pPr algn="l">
              <a:defRPr sz="750" b="0">
                <a:solidFill>
                  <a:srgbClr val="486581"/>
                </a:solidFill>
              </a:defRPr>
            </a:lvl7pPr>
            <a:lvl8pPr algn="l">
              <a:defRPr sz="750" b="0">
                <a:solidFill>
                  <a:srgbClr val="486581"/>
                </a:solidFill>
              </a:defRPr>
            </a:lvl8pPr>
            <a:lvl9pPr algn="l">
              <a:defRPr sz="7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Cloud computing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19CE7-3A68-4E82-9539-0AA5DF65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486581"/>
                </a:solidFill>
              </a:defRPr>
            </a:defPPr>
            <a:lvl1pPr algn="l">
              <a:defRPr sz="1575" b="0">
                <a:solidFill>
                  <a:srgbClr val="486581"/>
                </a:solidFill>
              </a:defRPr>
            </a:lvl1pPr>
            <a:lvl2pPr algn="l">
              <a:defRPr sz="1575" b="0">
                <a:solidFill>
                  <a:srgbClr val="486581"/>
                </a:solidFill>
              </a:defRPr>
            </a:lvl2pPr>
            <a:lvl3pPr algn="l">
              <a:defRPr sz="1575" b="0">
                <a:solidFill>
                  <a:srgbClr val="486581"/>
                </a:solidFill>
              </a:defRPr>
            </a:lvl3pPr>
            <a:lvl4pPr algn="l">
              <a:defRPr sz="1575" b="0">
                <a:solidFill>
                  <a:srgbClr val="486581"/>
                </a:solidFill>
              </a:defRPr>
            </a:lvl4pPr>
            <a:lvl5pPr algn="l">
              <a:defRPr sz="1575" b="0">
                <a:solidFill>
                  <a:srgbClr val="486581"/>
                </a:solidFill>
              </a:defRPr>
            </a:lvl5pPr>
            <a:lvl6pPr algn="l">
              <a:defRPr sz="1575" b="0">
                <a:solidFill>
                  <a:srgbClr val="486581"/>
                </a:solidFill>
              </a:defRPr>
            </a:lvl6pPr>
            <a:lvl7pPr algn="l">
              <a:defRPr sz="1575" b="0">
                <a:solidFill>
                  <a:srgbClr val="486581"/>
                </a:solidFill>
              </a:defRPr>
            </a:lvl7pPr>
            <a:lvl8pPr algn="l">
              <a:defRPr sz="1575" b="0">
                <a:solidFill>
                  <a:srgbClr val="486581"/>
                </a:solidFill>
              </a:defRPr>
            </a:lvl8pPr>
            <a:lvl9pPr algn="l">
              <a:defRPr sz="1575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86581"/>
                </a:solidFill>
              </a:defRPr>
            </a:pPr>
            <a:r>
              <a:rPr sz="1575" b="0">
                <a:solidFill>
                  <a:srgbClr val="486581"/>
                </a:solidFill>
              </a:rPr>
              <a:t>TaskFlow uses Amplify as the planned home for the React and Vite frontend.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17E96-F179-439E-A956-09529015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238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90708-4A37-4A9A-A583-C9BCA796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What users receive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3A243-7C33-48A0-9252-F36F425B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52F33-DD8F-4897-A03F-F79647E4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670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Login and registration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48AC6-F372-40CE-BAAB-782CB478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B9C13-6023-4D37-A1EE-3427FCED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432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Task list and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9889B-BB5A-417E-B573-2CB4D4F1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BEEBA-54ED-4B72-A6F1-1747F9E4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195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Profile and file screens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EF1B5-56D3-4978-B4E9-9F604665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3238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DD47E-23EF-4637-898F-D11320C8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95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What Amplify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D3088-B6AD-4FB7-B2E7-B5511EB3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670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8C1A1-5B59-41EC-84BE-AA6115BC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6670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Builds the Vite production bundle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7CB5F-A1E2-429E-9353-06448550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CDB5C-25AB-4D92-83D5-4B025010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432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Hosts static frontend 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0207DB-7285-459F-B61B-97CB5AE1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195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B32966-C5CE-4C33-83CF-7740BC3F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6195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Delivers the browser application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1C8A9A-3D35-4100-BC9A-F7688EEE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3238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85B5A0-60B2-4737-BFA0-611492D5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95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Project benefit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C502D9-8199-4332-B00D-4816DA13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6CD0CD-3518-41FE-851F-0760CC75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670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No server setup for the UI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7981D4-98DE-4C75-9282-FD2E6C04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D5457D-2D04-4A47-B58E-84D46D2E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432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HTTPS hosting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F08A5B-7C08-4320-A71D-0F8B449F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999800-0B56-424D-B093-CE752FF0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195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Clear separation from the API</a:t>
            </a:r>
          </a:p>
        </p:txBody>
      </p:sp>
    </p:spTree>
    <p:extLst>
      <p:ext uri="{BB962C8B-B14F-4D97-AF65-F5344CB8AC3E}">
        <p14:creationId xmlns:p14="http://schemas.microsoft.com/office/powerpoint/2010/main" val="792977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4BCAB-C83A-45F5-A520-251825DC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Amazon EC2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BAEAF-0D60-4DEC-B297-7B31CA72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EC84B-056C-4375-BDC4-A856755A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33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45946-C4DF-429E-B6EA-FFD98198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</a:defRPr>
            </a:defPPr>
            <a:lvl1pPr algn="l">
              <a:defRPr sz="750" b="0">
                <a:solidFill>
                  <a:srgbClr val="486581"/>
                </a:solidFill>
              </a:defRPr>
            </a:lvl1pPr>
            <a:lvl2pPr algn="l">
              <a:defRPr sz="750" b="0">
                <a:solidFill>
                  <a:srgbClr val="486581"/>
                </a:solidFill>
              </a:defRPr>
            </a:lvl2pPr>
            <a:lvl3pPr algn="l">
              <a:defRPr sz="750" b="0">
                <a:solidFill>
                  <a:srgbClr val="486581"/>
                </a:solidFill>
              </a:defRPr>
            </a:lvl3pPr>
            <a:lvl4pPr algn="l">
              <a:defRPr sz="750" b="0">
                <a:solidFill>
                  <a:srgbClr val="486581"/>
                </a:solidFill>
              </a:defRPr>
            </a:lvl4pPr>
            <a:lvl5pPr algn="l">
              <a:defRPr sz="750" b="0">
                <a:solidFill>
                  <a:srgbClr val="486581"/>
                </a:solidFill>
              </a:defRPr>
            </a:lvl5pPr>
            <a:lvl6pPr algn="l">
              <a:defRPr sz="750" b="0">
                <a:solidFill>
                  <a:srgbClr val="486581"/>
                </a:solidFill>
              </a:defRPr>
            </a:lvl6pPr>
            <a:lvl7pPr algn="l">
              <a:defRPr sz="750" b="0">
                <a:solidFill>
                  <a:srgbClr val="486581"/>
                </a:solidFill>
              </a:defRPr>
            </a:lvl7pPr>
            <a:lvl8pPr algn="l">
              <a:defRPr sz="750" b="0">
                <a:solidFill>
                  <a:srgbClr val="486581"/>
                </a:solidFill>
              </a:defRPr>
            </a:lvl8pPr>
            <a:lvl9pPr algn="l">
              <a:defRPr sz="7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Cloud computing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CFA12-2D52-4BD7-8DA9-6102953E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0B947-4552-449E-862B-CC281272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AMAZON EC2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735AF-DF1A-45DF-886A-DE7767D2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02A43"/>
                </a:solidFill>
              </a:defRPr>
            </a:defPPr>
            <a:lvl1pPr algn="l">
              <a:defRPr sz="2325" b="1">
                <a:solidFill>
                  <a:srgbClr val="102A43"/>
                </a:solidFill>
              </a:defRPr>
            </a:lvl1pPr>
            <a:lvl2pPr algn="l">
              <a:defRPr sz="2325" b="1">
                <a:solidFill>
                  <a:srgbClr val="102A43"/>
                </a:solidFill>
              </a:defRPr>
            </a:lvl2pPr>
            <a:lvl3pPr algn="l">
              <a:defRPr sz="2325" b="1">
                <a:solidFill>
                  <a:srgbClr val="102A43"/>
                </a:solidFill>
              </a:defRPr>
            </a:lvl3pPr>
            <a:lvl4pPr algn="l">
              <a:defRPr sz="2325" b="1">
                <a:solidFill>
                  <a:srgbClr val="102A43"/>
                </a:solidFill>
              </a:defRPr>
            </a:lvl4pPr>
            <a:lvl5pPr algn="l">
              <a:defRPr sz="2325" b="1">
                <a:solidFill>
                  <a:srgbClr val="102A43"/>
                </a:solidFill>
              </a:defRPr>
            </a:lvl5pPr>
            <a:lvl6pPr algn="l">
              <a:defRPr sz="2325" b="1">
                <a:solidFill>
                  <a:srgbClr val="102A43"/>
                </a:solidFill>
              </a:defRPr>
            </a:lvl6pPr>
            <a:lvl7pPr algn="l">
              <a:defRPr sz="2325" b="1">
                <a:solidFill>
                  <a:srgbClr val="102A43"/>
                </a:solidFill>
              </a:defRPr>
            </a:lvl7pPr>
            <a:lvl8pPr algn="l">
              <a:defRPr sz="2325" b="1">
                <a:solidFill>
                  <a:srgbClr val="102A43"/>
                </a:solidFill>
              </a:defRPr>
            </a:lvl8pPr>
            <a:lvl9pPr algn="l">
              <a:defRPr sz="23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Virtual servers that run application software in AWS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625FF-37A7-4FA4-B454-58DBE10C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02A43"/>
                </a:solidFill>
              </a:defRPr>
            </a:defPPr>
            <a:lvl1pPr algn="l">
              <a:defRPr sz="1500" b="0">
                <a:solidFill>
                  <a:srgbClr val="102A43"/>
                </a:solidFill>
              </a:defRPr>
            </a:lvl1pPr>
            <a:lvl2pPr algn="l">
              <a:defRPr sz="1500" b="0">
                <a:solidFill>
                  <a:srgbClr val="102A43"/>
                </a:solidFill>
              </a:defRPr>
            </a:lvl2pPr>
            <a:lvl3pPr algn="l">
              <a:defRPr sz="1500" b="0">
                <a:solidFill>
                  <a:srgbClr val="102A43"/>
                </a:solidFill>
              </a:defRPr>
            </a:lvl3pPr>
            <a:lvl4pPr algn="l">
              <a:defRPr sz="1500" b="0">
                <a:solidFill>
                  <a:srgbClr val="102A43"/>
                </a:solidFill>
              </a:defRPr>
            </a:lvl4pPr>
            <a:lvl5pPr algn="l">
              <a:defRPr sz="1500" b="0">
                <a:solidFill>
                  <a:srgbClr val="102A43"/>
                </a:solidFill>
              </a:defRPr>
            </a:lvl5pPr>
            <a:lvl6pPr algn="l">
              <a:defRPr sz="1500" b="0">
                <a:solidFill>
                  <a:srgbClr val="102A43"/>
                </a:solidFill>
              </a:defRPr>
            </a:lvl6pPr>
            <a:lvl7pPr algn="l">
              <a:defRPr sz="1500" b="0">
                <a:solidFill>
                  <a:srgbClr val="102A43"/>
                </a:solidFill>
              </a:defRPr>
            </a:lvl7pPr>
            <a:lvl8pPr algn="l">
              <a:defRPr sz="1500" b="0">
                <a:solidFill>
                  <a:srgbClr val="102A43"/>
                </a:solidFill>
              </a:defRPr>
            </a:lvl8pPr>
            <a:lvl9pPr algn="l">
              <a:defRPr sz="15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EC2 provides compute capacity. Teams choose an instance, install the required software and run the application process on the server.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81C9F-0A85-4952-AEDD-FE8C718D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28750"/>
            <a:ext cx="35242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468D9-D722-408B-A1AA-E3448F0A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621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Typical EC2 software 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80AD9-091A-4A1C-B392-C57A93B1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46EB4"/>
                </a:solidFill>
              </a:defRPr>
            </a:defPPr>
            <a:lvl1pPr algn="l">
              <a:defRPr sz="1500" b="1">
                <a:solidFill>
                  <a:srgbClr val="146EB4"/>
                </a:solidFill>
              </a:defRPr>
            </a:lvl1pPr>
            <a:lvl2pPr algn="l">
              <a:defRPr sz="1500" b="1">
                <a:solidFill>
                  <a:srgbClr val="146EB4"/>
                </a:solidFill>
              </a:defRPr>
            </a:lvl2pPr>
            <a:lvl3pPr algn="l">
              <a:defRPr sz="1500" b="1">
                <a:solidFill>
                  <a:srgbClr val="146EB4"/>
                </a:solidFill>
              </a:defRPr>
            </a:lvl3pPr>
            <a:lvl4pPr algn="l">
              <a:defRPr sz="1500" b="1">
                <a:solidFill>
                  <a:srgbClr val="146EB4"/>
                </a:solidFill>
              </a:defRPr>
            </a:lvl4pPr>
            <a:lvl5pPr algn="l">
              <a:defRPr sz="1500" b="1">
                <a:solidFill>
                  <a:srgbClr val="146EB4"/>
                </a:solidFill>
              </a:defRPr>
            </a:lvl5pPr>
            <a:lvl6pPr algn="l">
              <a:defRPr sz="1500" b="1">
                <a:solidFill>
                  <a:srgbClr val="146EB4"/>
                </a:solidFill>
              </a:defRPr>
            </a:lvl6pPr>
            <a:lvl7pPr algn="l">
              <a:defRPr sz="1500" b="1">
                <a:solidFill>
                  <a:srgbClr val="146EB4"/>
                </a:solidFill>
              </a:defRPr>
            </a:lvl7pPr>
            <a:lvl8pPr algn="l">
              <a:defRPr sz="1500" b="1">
                <a:solidFill>
                  <a:srgbClr val="146EB4"/>
                </a:solidFill>
              </a:defRPr>
            </a:lvl8pPr>
            <a:lvl9pPr algn="l">
              <a:defRPr sz="1500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46EB4"/>
                </a:solidFill>
              </a:defRPr>
            </a:pPr>
            <a:r>
              <a:rPr sz="1500" b="1">
                <a:solidFill>
                  <a:srgbClr val="146EB4"/>
                </a:solidFill>
              </a:rPr>
              <a:t>Nginx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1F45F-BC3F-41F9-B60B-366366DE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1940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46EB4"/>
                </a:solidFill>
              </a:defRPr>
            </a:defPPr>
            <a:lvl1pPr algn="l">
              <a:defRPr sz="1500" b="1">
                <a:solidFill>
                  <a:srgbClr val="146EB4"/>
                </a:solidFill>
              </a:defRPr>
            </a:lvl1pPr>
            <a:lvl2pPr algn="l">
              <a:defRPr sz="1500" b="1">
                <a:solidFill>
                  <a:srgbClr val="146EB4"/>
                </a:solidFill>
              </a:defRPr>
            </a:lvl2pPr>
            <a:lvl3pPr algn="l">
              <a:defRPr sz="1500" b="1">
                <a:solidFill>
                  <a:srgbClr val="146EB4"/>
                </a:solidFill>
              </a:defRPr>
            </a:lvl3pPr>
            <a:lvl4pPr algn="l">
              <a:defRPr sz="1500" b="1">
                <a:solidFill>
                  <a:srgbClr val="146EB4"/>
                </a:solidFill>
              </a:defRPr>
            </a:lvl4pPr>
            <a:lvl5pPr algn="l">
              <a:defRPr sz="1500" b="1">
                <a:solidFill>
                  <a:srgbClr val="146EB4"/>
                </a:solidFill>
              </a:defRPr>
            </a:lvl5pPr>
            <a:lvl6pPr algn="l">
              <a:defRPr sz="1500" b="1">
                <a:solidFill>
                  <a:srgbClr val="146EB4"/>
                </a:solidFill>
              </a:defRPr>
            </a:lvl6pPr>
            <a:lvl7pPr algn="l">
              <a:defRPr sz="1500" b="1">
                <a:solidFill>
                  <a:srgbClr val="146EB4"/>
                </a:solidFill>
              </a:defRPr>
            </a:lvl7pPr>
            <a:lvl8pPr algn="l">
              <a:defRPr sz="1500" b="1">
                <a:solidFill>
                  <a:srgbClr val="146EB4"/>
                </a:solidFill>
              </a:defRPr>
            </a:lvl8pPr>
            <a:lvl9pPr algn="l">
              <a:defRPr sz="1500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46EB4"/>
                </a:solidFill>
              </a:defRPr>
            </a:pPr>
            <a:r>
              <a:rPr sz="1500" b="1">
                <a:solidFill>
                  <a:srgbClr val="146EB4"/>
                </a:solidFill>
              </a:rPr>
              <a:t>Gunicorn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FD7FD-32C5-41F7-A903-397CC539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46EB4"/>
                </a:solidFill>
              </a:defRPr>
            </a:defPPr>
            <a:lvl1pPr algn="l">
              <a:defRPr sz="1500" b="1">
                <a:solidFill>
                  <a:srgbClr val="146EB4"/>
                </a:solidFill>
              </a:defRPr>
            </a:lvl1pPr>
            <a:lvl2pPr algn="l">
              <a:defRPr sz="1500" b="1">
                <a:solidFill>
                  <a:srgbClr val="146EB4"/>
                </a:solidFill>
              </a:defRPr>
            </a:lvl2pPr>
            <a:lvl3pPr algn="l">
              <a:defRPr sz="1500" b="1">
                <a:solidFill>
                  <a:srgbClr val="146EB4"/>
                </a:solidFill>
              </a:defRPr>
            </a:lvl3pPr>
            <a:lvl4pPr algn="l">
              <a:defRPr sz="1500" b="1">
                <a:solidFill>
                  <a:srgbClr val="146EB4"/>
                </a:solidFill>
              </a:defRPr>
            </a:lvl4pPr>
            <a:lvl5pPr algn="l">
              <a:defRPr sz="1500" b="1">
                <a:solidFill>
                  <a:srgbClr val="146EB4"/>
                </a:solidFill>
              </a:defRPr>
            </a:lvl5pPr>
            <a:lvl6pPr algn="l">
              <a:defRPr sz="1500" b="1">
                <a:solidFill>
                  <a:srgbClr val="146EB4"/>
                </a:solidFill>
              </a:defRPr>
            </a:lvl6pPr>
            <a:lvl7pPr algn="l">
              <a:defRPr sz="1500" b="1">
                <a:solidFill>
                  <a:srgbClr val="146EB4"/>
                </a:solidFill>
              </a:defRPr>
            </a:lvl7pPr>
            <a:lvl8pPr algn="l">
              <a:defRPr sz="1500" b="1">
                <a:solidFill>
                  <a:srgbClr val="146EB4"/>
                </a:solidFill>
              </a:defRPr>
            </a:lvl8pPr>
            <a:lvl9pPr algn="l">
              <a:defRPr sz="1500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46EB4"/>
                </a:solidFill>
              </a:defRPr>
            </a:pPr>
            <a:r>
              <a:rPr sz="1500" b="1">
                <a:solidFill>
                  <a:srgbClr val="146EB4"/>
                </a:solidFill>
              </a:rPr>
              <a:t>Flask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AACE1-78EB-4C26-B5AD-26598386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</a:defRPr>
            </a:defPPr>
            <a:lvl1pPr algn="l">
              <a:defRPr sz="1125" b="0">
                <a:solidFill>
                  <a:srgbClr val="486581"/>
                </a:solidFill>
              </a:defRPr>
            </a:lvl1pPr>
            <a:lvl2pPr algn="l">
              <a:defRPr sz="1125" b="0">
                <a:solidFill>
                  <a:srgbClr val="486581"/>
                </a:solidFill>
              </a:defRPr>
            </a:lvl2pPr>
            <a:lvl3pPr algn="l">
              <a:defRPr sz="1125" b="0">
                <a:solidFill>
                  <a:srgbClr val="486581"/>
                </a:solidFill>
              </a:defRPr>
            </a:lvl3pPr>
            <a:lvl4pPr algn="l">
              <a:defRPr sz="1125" b="0">
                <a:solidFill>
                  <a:srgbClr val="486581"/>
                </a:solidFill>
              </a:defRPr>
            </a:lvl4pPr>
            <a:lvl5pPr algn="l">
              <a:defRPr sz="1125" b="0">
                <a:solidFill>
                  <a:srgbClr val="486581"/>
                </a:solidFill>
              </a:defRPr>
            </a:lvl5pPr>
            <a:lvl6pPr algn="l">
              <a:defRPr sz="1125" b="0">
                <a:solidFill>
                  <a:srgbClr val="486581"/>
                </a:solidFill>
              </a:defRPr>
            </a:lvl6pPr>
            <a:lvl7pPr algn="l">
              <a:defRPr sz="1125" b="0">
                <a:solidFill>
                  <a:srgbClr val="486581"/>
                </a:solidFill>
              </a:defRPr>
            </a:lvl7pPr>
            <a:lvl8pPr algn="l">
              <a:defRPr sz="1125" b="0">
                <a:solidFill>
                  <a:srgbClr val="486581"/>
                </a:solidFill>
              </a:defRPr>
            </a:lvl8pPr>
            <a:lvl9pPr algn="l">
              <a:defRPr sz="1125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</a:defRPr>
            </a:pPr>
            <a:r>
              <a:rPr sz="1125" b="0">
                <a:solidFill>
                  <a:srgbClr val="486581"/>
                </a:solidFill>
              </a:rPr>
              <a:t>Linux instance and security group</a:t>
            </a:r>
          </a:p>
        </p:txBody>
      </p:sp>
    </p:spTree>
    <p:extLst>
      <p:ext uri="{BB962C8B-B14F-4D97-AF65-F5344CB8AC3E}">
        <p14:creationId xmlns:p14="http://schemas.microsoft.com/office/powerpoint/2010/main" val="1282226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D40B7-34BF-47F6-ADA1-3167C953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Amazon EC2 in TaskFlow 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60205-E9E3-4F8F-B6D0-EDC4CA90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441EB-E1AA-474C-9BD9-AEC75F19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33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AC01A-7853-4BE5-9B29-2F99F5EC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</a:defRPr>
            </a:defPPr>
            <a:lvl1pPr algn="l">
              <a:defRPr sz="750" b="0">
                <a:solidFill>
                  <a:srgbClr val="486581"/>
                </a:solidFill>
              </a:defRPr>
            </a:lvl1pPr>
            <a:lvl2pPr algn="l">
              <a:defRPr sz="750" b="0">
                <a:solidFill>
                  <a:srgbClr val="486581"/>
                </a:solidFill>
              </a:defRPr>
            </a:lvl2pPr>
            <a:lvl3pPr algn="l">
              <a:defRPr sz="750" b="0">
                <a:solidFill>
                  <a:srgbClr val="486581"/>
                </a:solidFill>
              </a:defRPr>
            </a:lvl3pPr>
            <a:lvl4pPr algn="l">
              <a:defRPr sz="750" b="0">
                <a:solidFill>
                  <a:srgbClr val="486581"/>
                </a:solidFill>
              </a:defRPr>
            </a:lvl4pPr>
            <a:lvl5pPr algn="l">
              <a:defRPr sz="750" b="0">
                <a:solidFill>
                  <a:srgbClr val="486581"/>
                </a:solidFill>
              </a:defRPr>
            </a:lvl5pPr>
            <a:lvl6pPr algn="l">
              <a:defRPr sz="750" b="0">
                <a:solidFill>
                  <a:srgbClr val="486581"/>
                </a:solidFill>
              </a:defRPr>
            </a:lvl6pPr>
            <a:lvl7pPr algn="l">
              <a:defRPr sz="750" b="0">
                <a:solidFill>
                  <a:srgbClr val="486581"/>
                </a:solidFill>
              </a:defRPr>
            </a:lvl7pPr>
            <a:lvl8pPr algn="l">
              <a:defRPr sz="750" b="0">
                <a:solidFill>
                  <a:srgbClr val="486581"/>
                </a:solidFill>
              </a:defRPr>
            </a:lvl8pPr>
            <a:lvl9pPr algn="l">
              <a:defRPr sz="7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Cloud computing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D4BA0-E53F-4D78-B13B-90D6D613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486581"/>
                </a:solidFill>
              </a:defRPr>
            </a:defPPr>
            <a:lvl1pPr algn="l">
              <a:defRPr sz="1650" b="0">
                <a:solidFill>
                  <a:srgbClr val="486581"/>
                </a:solidFill>
              </a:defRPr>
            </a:lvl1pPr>
            <a:lvl2pPr algn="l">
              <a:defRPr sz="1650" b="0">
                <a:solidFill>
                  <a:srgbClr val="486581"/>
                </a:solidFill>
              </a:defRPr>
            </a:lvl2pPr>
            <a:lvl3pPr algn="l">
              <a:defRPr sz="1650" b="0">
                <a:solidFill>
                  <a:srgbClr val="486581"/>
                </a:solidFill>
              </a:defRPr>
            </a:lvl3pPr>
            <a:lvl4pPr algn="l">
              <a:defRPr sz="1650" b="0">
                <a:solidFill>
                  <a:srgbClr val="486581"/>
                </a:solidFill>
              </a:defRPr>
            </a:lvl4pPr>
            <a:lvl5pPr algn="l">
              <a:defRPr sz="1650" b="0">
                <a:solidFill>
                  <a:srgbClr val="486581"/>
                </a:solidFill>
              </a:defRPr>
            </a:lvl5pPr>
            <a:lvl6pPr algn="l">
              <a:defRPr sz="1650" b="0">
                <a:solidFill>
                  <a:srgbClr val="486581"/>
                </a:solidFill>
              </a:defRPr>
            </a:lvl6pPr>
            <a:lvl7pPr algn="l">
              <a:defRPr sz="1650" b="0">
                <a:solidFill>
                  <a:srgbClr val="486581"/>
                </a:solidFill>
              </a:defRPr>
            </a:lvl7pPr>
            <a:lvl8pPr algn="l">
              <a:defRPr sz="1650" b="0">
                <a:solidFill>
                  <a:srgbClr val="486581"/>
                </a:solidFill>
              </a:defRPr>
            </a:lvl8pPr>
            <a:lvl9pPr algn="l">
              <a:defRPr sz="16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The planned EC2 instance hosts the Flask REST API.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397A3-510E-4844-8537-FF7FECC8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476500" cy="25241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F53B3-6896-4B5C-B255-EE905A2D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1  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01DC3-52FD-4E72-89EE-2F700586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defRPr sz="1350" b="0">
                <a:solidFill>
                  <a:srgbClr val="102A43"/>
                </a:solidFill>
              </a:defRPr>
            </a:lvl1pPr>
            <a:lvl2pPr algn="l">
              <a:defRPr sz="1350" b="0">
                <a:solidFill>
                  <a:srgbClr val="102A43"/>
                </a:solidFill>
              </a:defRPr>
            </a:lvl2pPr>
            <a:lvl3pPr algn="l">
              <a:defRPr sz="1350" b="0">
                <a:solidFill>
                  <a:srgbClr val="102A43"/>
                </a:solidFill>
              </a:defRPr>
            </a:lvl3pPr>
            <a:lvl4pPr algn="l">
              <a:defRPr sz="1350" b="0">
                <a:solidFill>
                  <a:srgbClr val="102A43"/>
                </a:solidFill>
              </a:defRPr>
            </a:lvl4pPr>
            <a:lvl5pPr algn="l">
              <a:defRPr sz="1350" b="0">
                <a:solidFill>
                  <a:srgbClr val="102A43"/>
                </a:solidFill>
              </a:defRPr>
            </a:lvl5pPr>
            <a:lvl6pPr algn="l">
              <a:defRPr sz="1350" b="0">
                <a:solidFill>
                  <a:srgbClr val="102A43"/>
                </a:solidFill>
              </a:defRPr>
            </a:lvl6pPr>
            <a:lvl7pPr algn="l">
              <a:defRPr sz="1350" b="0">
                <a:solidFill>
                  <a:srgbClr val="102A43"/>
                </a:solidFill>
              </a:defRPr>
            </a:lvl7pPr>
            <a:lvl8pPr algn="l">
              <a:defRPr sz="1350" b="0">
                <a:solidFill>
                  <a:srgbClr val="102A43"/>
                </a:solidFill>
              </a:defRPr>
            </a:lvl8pPr>
            <a:lvl9pPr algn="l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The browser sends an authenticated API request.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C2B4F-E60E-4E24-9130-E58CA314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57375"/>
            <a:ext cx="2476500" cy="25241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F13BF-04C6-4553-8656-0A9B9C41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2  API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2AFAC-8501-49A8-9513-15C9F239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defRPr sz="1350" b="0">
                <a:solidFill>
                  <a:srgbClr val="102A43"/>
                </a:solidFill>
              </a:defRPr>
            </a:lvl1pPr>
            <a:lvl2pPr algn="l">
              <a:defRPr sz="1350" b="0">
                <a:solidFill>
                  <a:srgbClr val="102A43"/>
                </a:solidFill>
              </a:defRPr>
            </a:lvl2pPr>
            <a:lvl3pPr algn="l">
              <a:defRPr sz="1350" b="0">
                <a:solidFill>
                  <a:srgbClr val="102A43"/>
                </a:solidFill>
              </a:defRPr>
            </a:lvl3pPr>
            <a:lvl4pPr algn="l">
              <a:defRPr sz="1350" b="0">
                <a:solidFill>
                  <a:srgbClr val="102A43"/>
                </a:solidFill>
              </a:defRPr>
            </a:lvl4pPr>
            <a:lvl5pPr algn="l">
              <a:defRPr sz="1350" b="0">
                <a:solidFill>
                  <a:srgbClr val="102A43"/>
                </a:solidFill>
              </a:defRPr>
            </a:lvl5pPr>
            <a:lvl6pPr algn="l">
              <a:defRPr sz="1350" b="0">
                <a:solidFill>
                  <a:srgbClr val="102A43"/>
                </a:solidFill>
              </a:defRPr>
            </a:lvl6pPr>
            <a:lvl7pPr algn="l">
              <a:defRPr sz="1350" b="0">
                <a:solidFill>
                  <a:srgbClr val="102A43"/>
                </a:solidFill>
              </a:defRPr>
            </a:lvl7pPr>
            <a:lvl8pPr algn="l">
              <a:defRPr sz="1350" b="0">
                <a:solidFill>
                  <a:srgbClr val="102A43"/>
                </a:solidFill>
              </a:defRPr>
            </a:lvl8pPr>
            <a:lvl9pPr algn="l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Flask validates JWT identity and applies task rules.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7870F-D4DA-4882-AFE6-0BB3A2B1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57375"/>
            <a:ext cx="2476500" cy="25241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6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23300-400A-4818-89B0-8D700999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3 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F3448-1889-4306-983B-6B31F6D0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defRPr sz="1350" b="0">
                <a:solidFill>
                  <a:srgbClr val="102A43"/>
                </a:solidFill>
              </a:defRPr>
            </a:lvl1pPr>
            <a:lvl2pPr algn="l">
              <a:defRPr sz="1350" b="0">
                <a:solidFill>
                  <a:srgbClr val="102A43"/>
                </a:solidFill>
              </a:defRPr>
            </a:lvl2pPr>
            <a:lvl3pPr algn="l">
              <a:defRPr sz="1350" b="0">
                <a:solidFill>
                  <a:srgbClr val="102A43"/>
                </a:solidFill>
              </a:defRPr>
            </a:lvl3pPr>
            <a:lvl4pPr algn="l">
              <a:defRPr sz="1350" b="0">
                <a:solidFill>
                  <a:srgbClr val="102A43"/>
                </a:solidFill>
              </a:defRPr>
            </a:lvl4pPr>
            <a:lvl5pPr algn="l">
              <a:defRPr sz="1350" b="0">
                <a:solidFill>
                  <a:srgbClr val="102A43"/>
                </a:solidFill>
              </a:defRPr>
            </a:lvl5pPr>
            <a:lvl6pPr algn="l">
              <a:defRPr sz="1350" b="0">
                <a:solidFill>
                  <a:srgbClr val="102A43"/>
                </a:solidFill>
              </a:defRPr>
            </a:lvl6pPr>
            <a:lvl7pPr algn="l">
              <a:defRPr sz="1350" b="0">
                <a:solidFill>
                  <a:srgbClr val="102A43"/>
                </a:solidFill>
              </a:defRPr>
            </a:lvl7pPr>
            <a:lvl8pPr algn="l">
              <a:defRPr sz="1350" b="0">
                <a:solidFill>
                  <a:srgbClr val="102A43"/>
                </a:solidFill>
              </a:defRPr>
            </a:lvl8pPr>
            <a:lvl9pPr algn="l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The API returns JSON for the React interface.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9FE4FD-F601-4476-9795-330EC7E8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146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146EB4"/>
                </a:solidFill>
              </a:defRPr>
            </a:defPPr>
            <a:lvl1pPr algn="ctr">
              <a:defRPr sz="2400" b="1">
                <a:solidFill>
                  <a:srgbClr val="146EB4"/>
                </a:solidFill>
              </a:defRPr>
            </a:lvl1pPr>
            <a:lvl2pPr algn="ctr">
              <a:defRPr sz="2400" b="1">
                <a:solidFill>
                  <a:srgbClr val="146EB4"/>
                </a:solidFill>
              </a:defRPr>
            </a:lvl2pPr>
            <a:lvl3pPr algn="ctr">
              <a:defRPr sz="2400" b="1">
                <a:solidFill>
                  <a:srgbClr val="146EB4"/>
                </a:solidFill>
              </a:defRPr>
            </a:lvl3pPr>
            <a:lvl4pPr algn="ctr">
              <a:defRPr sz="2400" b="1">
                <a:solidFill>
                  <a:srgbClr val="146EB4"/>
                </a:solidFill>
              </a:defRPr>
            </a:lvl4pPr>
            <a:lvl5pPr algn="ctr">
              <a:defRPr sz="2400" b="1">
                <a:solidFill>
                  <a:srgbClr val="146EB4"/>
                </a:solidFill>
              </a:defRPr>
            </a:lvl5pPr>
            <a:lvl6pPr algn="ctr">
              <a:defRPr sz="2400" b="1">
                <a:solidFill>
                  <a:srgbClr val="146EB4"/>
                </a:solidFill>
              </a:defRPr>
            </a:lvl6pPr>
            <a:lvl7pPr algn="ctr">
              <a:defRPr sz="2400" b="1">
                <a:solidFill>
                  <a:srgbClr val="146EB4"/>
                </a:solidFill>
              </a:defRPr>
            </a:lvl7pPr>
            <a:lvl8pPr algn="ctr">
              <a:defRPr sz="2400" b="1">
                <a:solidFill>
                  <a:srgbClr val="146EB4"/>
                </a:solidFill>
              </a:defRPr>
            </a:lvl8pPr>
            <a:lvl9pPr algn="ctr">
              <a:defRPr sz="2400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46EB4"/>
                </a:solidFill>
              </a:defRPr>
            </a:pPr>
            <a:r>
              <a:rPr sz="2400" b="1">
                <a:solidFill>
                  <a:srgbClr val="146EB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2E090-7EE9-4966-8EBB-A564DDEC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146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146EB4"/>
                </a:solidFill>
              </a:defRPr>
            </a:defPPr>
            <a:lvl1pPr algn="ctr">
              <a:defRPr sz="2400" b="1">
                <a:solidFill>
                  <a:srgbClr val="146EB4"/>
                </a:solidFill>
              </a:defRPr>
            </a:lvl1pPr>
            <a:lvl2pPr algn="ctr">
              <a:defRPr sz="2400" b="1">
                <a:solidFill>
                  <a:srgbClr val="146EB4"/>
                </a:solidFill>
              </a:defRPr>
            </a:lvl2pPr>
            <a:lvl3pPr algn="ctr">
              <a:defRPr sz="2400" b="1">
                <a:solidFill>
                  <a:srgbClr val="146EB4"/>
                </a:solidFill>
              </a:defRPr>
            </a:lvl3pPr>
            <a:lvl4pPr algn="ctr">
              <a:defRPr sz="2400" b="1">
                <a:solidFill>
                  <a:srgbClr val="146EB4"/>
                </a:solidFill>
              </a:defRPr>
            </a:lvl4pPr>
            <a:lvl5pPr algn="ctr">
              <a:defRPr sz="2400" b="1">
                <a:solidFill>
                  <a:srgbClr val="146EB4"/>
                </a:solidFill>
              </a:defRPr>
            </a:lvl5pPr>
            <a:lvl6pPr algn="ctr">
              <a:defRPr sz="2400" b="1">
                <a:solidFill>
                  <a:srgbClr val="146EB4"/>
                </a:solidFill>
              </a:defRPr>
            </a:lvl6pPr>
            <a:lvl7pPr algn="ctr">
              <a:defRPr sz="2400" b="1">
                <a:solidFill>
                  <a:srgbClr val="146EB4"/>
                </a:solidFill>
              </a:defRPr>
            </a:lvl7pPr>
            <a:lvl8pPr algn="ctr">
              <a:defRPr sz="2400" b="1">
                <a:solidFill>
                  <a:srgbClr val="146EB4"/>
                </a:solidFill>
              </a:defRPr>
            </a:lvl8pPr>
            <a:lvl9pPr algn="ctr">
              <a:defRPr sz="2400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46EB4"/>
                </a:solidFill>
              </a:defRPr>
            </a:pPr>
            <a:r>
              <a:rPr sz="2400" b="1">
                <a:solidFill>
                  <a:srgbClr val="146EB4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D027D-A34D-4456-826E-404AC714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486581"/>
                </a:solidFill>
              </a:defRPr>
            </a:defPPr>
            <a:lvl1pPr algn="ctr">
              <a:defRPr sz="1425" b="0">
                <a:solidFill>
                  <a:srgbClr val="486581"/>
                </a:solidFill>
              </a:defRPr>
            </a:lvl1pPr>
            <a:lvl2pPr algn="ctr">
              <a:defRPr sz="1425" b="0">
                <a:solidFill>
                  <a:srgbClr val="486581"/>
                </a:solidFill>
              </a:defRPr>
            </a:lvl2pPr>
            <a:lvl3pPr algn="ctr">
              <a:defRPr sz="1425" b="0">
                <a:solidFill>
                  <a:srgbClr val="486581"/>
                </a:solidFill>
              </a:defRPr>
            </a:lvl3pPr>
            <a:lvl4pPr algn="ctr">
              <a:defRPr sz="1425" b="0">
                <a:solidFill>
                  <a:srgbClr val="486581"/>
                </a:solidFill>
              </a:defRPr>
            </a:lvl4pPr>
            <a:lvl5pPr algn="ctr">
              <a:defRPr sz="1425" b="0">
                <a:solidFill>
                  <a:srgbClr val="486581"/>
                </a:solidFill>
              </a:defRPr>
            </a:lvl5pPr>
            <a:lvl6pPr algn="ctr">
              <a:defRPr sz="1425" b="0">
                <a:solidFill>
                  <a:srgbClr val="486581"/>
                </a:solidFill>
              </a:defRPr>
            </a:lvl6pPr>
            <a:lvl7pPr algn="ctr">
              <a:defRPr sz="1425" b="0">
                <a:solidFill>
                  <a:srgbClr val="486581"/>
                </a:solidFill>
              </a:defRPr>
            </a:lvl7pPr>
            <a:lvl8pPr algn="ctr">
              <a:defRPr sz="1425" b="0">
                <a:solidFill>
                  <a:srgbClr val="486581"/>
                </a:solidFill>
              </a:defRPr>
            </a:lvl8pPr>
            <a:lvl9pPr algn="ctr">
              <a:defRPr sz="1425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486581"/>
                </a:solidFill>
              </a:defRPr>
            </a:pPr>
            <a:r>
              <a:rPr sz="1425" b="0">
                <a:solidFill>
                  <a:srgbClr val="486581"/>
                </a:solidFill>
              </a:rPr>
              <a:t>The API also controls access to private tasks and study-file actions.</a:t>
            </a:r>
          </a:p>
        </p:txBody>
      </p:sp>
    </p:spTree>
    <p:extLst>
      <p:ext uri="{BB962C8B-B14F-4D97-AF65-F5344CB8AC3E}">
        <p14:creationId xmlns:p14="http://schemas.microsoft.com/office/powerpoint/2010/main" val="651167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C76A7-1729-4091-86FB-DE4BB0A4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Amazon 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AABB6-34F9-403B-8942-46308AB4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EC76B-9FF1-4D40-B91F-42684CC0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33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0B2DD-7AD6-427D-B539-53E83148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</a:defRPr>
            </a:defPPr>
            <a:lvl1pPr algn="l">
              <a:defRPr sz="750" b="0">
                <a:solidFill>
                  <a:srgbClr val="486581"/>
                </a:solidFill>
              </a:defRPr>
            </a:lvl1pPr>
            <a:lvl2pPr algn="l">
              <a:defRPr sz="750" b="0">
                <a:solidFill>
                  <a:srgbClr val="486581"/>
                </a:solidFill>
              </a:defRPr>
            </a:lvl2pPr>
            <a:lvl3pPr algn="l">
              <a:defRPr sz="750" b="0">
                <a:solidFill>
                  <a:srgbClr val="486581"/>
                </a:solidFill>
              </a:defRPr>
            </a:lvl3pPr>
            <a:lvl4pPr algn="l">
              <a:defRPr sz="750" b="0">
                <a:solidFill>
                  <a:srgbClr val="486581"/>
                </a:solidFill>
              </a:defRPr>
            </a:lvl4pPr>
            <a:lvl5pPr algn="l">
              <a:defRPr sz="750" b="0">
                <a:solidFill>
                  <a:srgbClr val="486581"/>
                </a:solidFill>
              </a:defRPr>
            </a:lvl5pPr>
            <a:lvl6pPr algn="l">
              <a:defRPr sz="750" b="0">
                <a:solidFill>
                  <a:srgbClr val="486581"/>
                </a:solidFill>
              </a:defRPr>
            </a:lvl6pPr>
            <a:lvl7pPr algn="l">
              <a:defRPr sz="750" b="0">
                <a:solidFill>
                  <a:srgbClr val="486581"/>
                </a:solidFill>
              </a:defRPr>
            </a:lvl7pPr>
            <a:lvl8pPr algn="l">
              <a:defRPr sz="750" b="0">
                <a:solidFill>
                  <a:srgbClr val="486581"/>
                </a:solidFill>
              </a:defRPr>
            </a:lvl8pPr>
            <a:lvl9pPr algn="l">
              <a:defRPr sz="7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Cloud computing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F3E04-4662-4089-ACA6-1B30DD27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7B807-7114-455A-9BC5-B6EA4A80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AMAZON 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FCC62-A985-49FC-83C1-3D522D19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 managed relational database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1DD4D-37D3-476F-BEA4-0EBC22CD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02A43"/>
                </a:solidFill>
              </a:defRPr>
            </a:defPPr>
            <a:lvl1pPr algn="l">
              <a:defRPr sz="1500" b="0">
                <a:solidFill>
                  <a:srgbClr val="102A43"/>
                </a:solidFill>
              </a:defRPr>
            </a:lvl1pPr>
            <a:lvl2pPr algn="l">
              <a:defRPr sz="1500" b="0">
                <a:solidFill>
                  <a:srgbClr val="102A43"/>
                </a:solidFill>
              </a:defRPr>
            </a:lvl2pPr>
            <a:lvl3pPr algn="l">
              <a:defRPr sz="1500" b="0">
                <a:solidFill>
                  <a:srgbClr val="102A43"/>
                </a:solidFill>
              </a:defRPr>
            </a:lvl3pPr>
            <a:lvl4pPr algn="l">
              <a:defRPr sz="1500" b="0">
                <a:solidFill>
                  <a:srgbClr val="102A43"/>
                </a:solidFill>
              </a:defRPr>
            </a:lvl4pPr>
            <a:lvl5pPr algn="l">
              <a:defRPr sz="1500" b="0">
                <a:solidFill>
                  <a:srgbClr val="102A43"/>
                </a:solidFill>
              </a:defRPr>
            </a:lvl5pPr>
            <a:lvl6pPr algn="l">
              <a:defRPr sz="1500" b="0">
                <a:solidFill>
                  <a:srgbClr val="102A43"/>
                </a:solidFill>
              </a:defRPr>
            </a:lvl6pPr>
            <a:lvl7pPr algn="l">
              <a:defRPr sz="1500" b="0">
                <a:solidFill>
                  <a:srgbClr val="102A43"/>
                </a:solidFill>
              </a:defRPr>
            </a:lvl7pPr>
            <a:lvl8pPr algn="l">
              <a:defRPr sz="1500" b="0">
                <a:solidFill>
                  <a:srgbClr val="102A43"/>
                </a:solidFill>
              </a:defRPr>
            </a:lvl8pPr>
            <a:lvl9pPr algn="l">
              <a:defRPr sz="15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RDS provides managed database instances. For TaskFlow, PostgreSQL is the planned production database while SQLite supports local development.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AB063-836E-41A2-BFF9-7907CB2C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81125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CBBFF-BE77-478F-BACC-DE5B44C3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RDS database responsibilities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ABE49-E239-4234-9BD4-A3509293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33625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DC163-281E-4933-8CC3-5C63653B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Store structured application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0F145-D4B8-4679-BA6E-1E59AFF3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303112-FF56-4A30-8517-0FA826F8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Maintain relationships between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4D1E8-227B-40A1-8FB0-B7D81941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81375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4B34F-053B-4E56-BAD8-CADCCF4B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Support backups and access controls</a:t>
            </a:r>
          </a:p>
        </p:txBody>
      </p:sp>
    </p:spTree>
    <p:extLst>
      <p:ext uri="{BB962C8B-B14F-4D97-AF65-F5344CB8AC3E}">
        <p14:creationId xmlns:p14="http://schemas.microsoft.com/office/powerpoint/2010/main" val="2916477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4505B-3E87-4E00-8242-C165F5DB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Amazon RDS in TaskFlow 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21E89-5EB6-4A06-9761-7F0D2769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558A2-070A-4C6A-B61C-F73DC822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33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1A200-0B53-4334-A59A-B8870224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</a:defRPr>
            </a:defPPr>
            <a:lvl1pPr algn="l">
              <a:defRPr sz="750" b="0">
                <a:solidFill>
                  <a:srgbClr val="486581"/>
                </a:solidFill>
              </a:defRPr>
            </a:lvl1pPr>
            <a:lvl2pPr algn="l">
              <a:defRPr sz="750" b="0">
                <a:solidFill>
                  <a:srgbClr val="486581"/>
                </a:solidFill>
              </a:defRPr>
            </a:lvl2pPr>
            <a:lvl3pPr algn="l">
              <a:defRPr sz="750" b="0">
                <a:solidFill>
                  <a:srgbClr val="486581"/>
                </a:solidFill>
              </a:defRPr>
            </a:lvl3pPr>
            <a:lvl4pPr algn="l">
              <a:defRPr sz="750" b="0">
                <a:solidFill>
                  <a:srgbClr val="486581"/>
                </a:solidFill>
              </a:defRPr>
            </a:lvl4pPr>
            <a:lvl5pPr algn="l">
              <a:defRPr sz="750" b="0">
                <a:solidFill>
                  <a:srgbClr val="486581"/>
                </a:solidFill>
              </a:defRPr>
            </a:lvl5pPr>
            <a:lvl6pPr algn="l">
              <a:defRPr sz="750" b="0">
                <a:solidFill>
                  <a:srgbClr val="486581"/>
                </a:solidFill>
              </a:defRPr>
            </a:lvl6pPr>
            <a:lvl7pPr algn="l">
              <a:defRPr sz="750" b="0">
                <a:solidFill>
                  <a:srgbClr val="486581"/>
                </a:solidFill>
              </a:defRPr>
            </a:lvl7pPr>
            <a:lvl8pPr algn="l">
              <a:defRPr sz="750" b="0">
                <a:solidFill>
                  <a:srgbClr val="486581"/>
                </a:solidFill>
              </a:defRPr>
            </a:lvl8pPr>
            <a:lvl9pPr algn="l">
              <a:defRPr sz="7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Cloud computing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E24AA-6174-4C1A-868B-60451E56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486581"/>
                </a:solidFill>
              </a:defRPr>
            </a:defPPr>
            <a:lvl1pPr algn="l">
              <a:defRPr sz="1575" b="0">
                <a:solidFill>
                  <a:srgbClr val="486581"/>
                </a:solidFill>
              </a:defRPr>
            </a:lvl1pPr>
            <a:lvl2pPr algn="l">
              <a:defRPr sz="1575" b="0">
                <a:solidFill>
                  <a:srgbClr val="486581"/>
                </a:solidFill>
              </a:defRPr>
            </a:lvl2pPr>
            <a:lvl3pPr algn="l">
              <a:defRPr sz="1575" b="0">
                <a:solidFill>
                  <a:srgbClr val="486581"/>
                </a:solidFill>
              </a:defRPr>
            </a:lvl3pPr>
            <a:lvl4pPr algn="l">
              <a:defRPr sz="1575" b="0">
                <a:solidFill>
                  <a:srgbClr val="486581"/>
                </a:solidFill>
              </a:defRPr>
            </a:lvl4pPr>
            <a:lvl5pPr algn="l">
              <a:defRPr sz="1575" b="0">
                <a:solidFill>
                  <a:srgbClr val="486581"/>
                </a:solidFill>
              </a:defRPr>
            </a:lvl5pPr>
            <a:lvl6pPr algn="l">
              <a:defRPr sz="1575" b="0">
                <a:solidFill>
                  <a:srgbClr val="486581"/>
                </a:solidFill>
              </a:defRPr>
            </a:lvl6pPr>
            <a:lvl7pPr algn="l">
              <a:defRPr sz="1575" b="0">
                <a:solidFill>
                  <a:srgbClr val="486581"/>
                </a:solidFill>
              </a:defRPr>
            </a:lvl7pPr>
            <a:lvl8pPr algn="l">
              <a:defRPr sz="1575" b="0">
                <a:solidFill>
                  <a:srgbClr val="486581"/>
                </a:solidFill>
              </a:defRPr>
            </a:lvl8pPr>
            <a:lvl9pPr algn="l">
              <a:defRPr sz="1575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86581"/>
                </a:solidFill>
              </a:defRPr>
            </a:pPr>
            <a:r>
              <a:rPr sz="1575" b="0">
                <a:solidFill>
                  <a:srgbClr val="486581"/>
                </a:solidFill>
              </a:rPr>
              <a:t>PostgreSQL on RDS stores the data that the API needs for each student.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DC432-3134-455F-83D9-D196B2E6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857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AFC96-801C-477A-8DCC-C49AC209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</a:defRPr>
            </a:defPPr>
            <a:lvl1pPr algn="ctr">
              <a:defRPr sz="1725" b="1">
                <a:solidFill>
                  <a:srgbClr val="102A43"/>
                </a:solidFill>
              </a:defRPr>
            </a:lvl1pPr>
            <a:lvl2pPr algn="ctr">
              <a:defRPr sz="1725" b="1">
                <a:solidFill>
                  <a:srgbClr val="102A43"/>
                </a:solidFill>
              </a:defRPr>
            </a:lvl2pPr>
            <a:lvl3pPr algn="ctr">
              <a:defRPr sz="1725" b="1">
                <a:solidFill>
                  <a:srgbClr val="102A43"/>
                </a:solidFill>
              </a:defRPr>
            </a:lvl3pPr>
            <a:lvl4pPr algn="ctr">
              <a:defRPr sz="1725" b="1">
                <a:solidFill>
                  <a:srgbClr val="102A43"/>
                </a:solidFill>
              </a:defRPr>
            </a:lvl4pPr>
            <a:lvl5pPr algn="ctr">
              <a:defRPr sz="1725" b="1">
                <a:solidFill>
                  <a:srgbClr val="102A43"/>
                </a:solidFill>
              </a:defRPr>
            </a:lvl5pPr>
            <a:lvl6pPr algn="ctr">
              <a:defRPr sz="1725" b="1">
                <a:solidFill>
                  <a:srgbClr val="102A43"/>
                </a:solidFill>
              </a:defRPr>
            </a:lvl6pPr>
            <a:lvl7pPr algn="ctr">
              <a:defRPr sz="1725" b="1">
                <a:solidFill>
                  <a:srgbClr val="102A43"/>
                </a:solidFill>
              </a:defRPr>
            </a:lvl7pPr>
            <a:lvl8pPr algn="ctr">
              <a:defRPr sz="1725" b="1">
                <a:solidFill>
                  <a:srgbClr val="102A43"/>
                </a:solidFill>
              </a:defRPr>
            </a:lvl8pPr>
            <a:lvl9pPr algn="ctr"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31D16-F663-43F0-B2F5-2CD406DF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02A43"/>
                </a:solidFill>
              </a:defRPr>
            </a:defPPr>
            <a:lvl1pPr algn="ctr">
              <a:defRPr sz="1350" b="0">
                <a:solidFill>
                  <a:srgbClr val="102A43"/>
                </a:solidFill>
              </a:defRPr>
            </a:lvl1pPr>
            <a:lvl2pPr algn="ctr">
              <a:defRPr sz="1350" b="0">
                <a:solidFill>
                  <a:srgbClr val="102A43"/>
                </a:solidFill>
              </a:defRPr>
            </a:lvl2pPr>
            <a:lvl3pPr algn="ctr">
              <a:defRPr sz="1350" b="0">
                <a:solidFill>
                  <a:srgbClr val="102A43"/>
                </a:solidFill>
              </a:defRPr>
            </a:lvl3pPr>
            <a:lvl4pPr algn="ctr">
              <a:defRPr sz="1350" b="0">
                <a:solidFill>
                  <a:srgbClr val="102A43"/>
                </a:solidFill>
              </a:defRPr>
            </a:lvl4pPr>
            <a:lvl5pPr algn="ctr">
              <a:defRPr sz="1350" b="0">
                <a:solidFill>
                  <a:srgbClr val="102A43"/>
                </a:solidFill>
              </a:defRPr>
            </a:lvl5pPr>
            <a:lvl6pPr algn="ctr">
              <a:defRPr sz="1350" b="0">
                <a:solidFill>
                  <a:srgbClr val="102A43"/>
                </a:solidFill>
              </a:defRPr>
            </a:lvl6pPr>
            <a:lvl7pPr algn="ctr">
              <a:defRPr sz="1350" b="0">
                <a:solidFill>
                  <a:srgbClr val="102A43"/>
                </a:solidFill>
              </a:defRPr>
            </a:lvl7pPr>
            <a:lvl8pPr algn="ctr">
              <a:defRPr sz="1350" b="0">
                <a:solidFill>
                  <a:srgbClr val="102A43"/>
                </a:solidFill>
              </a:defRPr>
            </a:lvl8pPr>
            <a:lvl9pPr algn="ctr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id, name, email</a:t>
            </a:r>
          </a:p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password 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854AF-9E1A-4584-9D23-03E1793C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857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501FC-9DA0-4679-BAB2-12C293FB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28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</a:defRPr>
            </a:defPPr>
            <a:lvl1pPr algn="ctr">
              <a:defRPr sz="1725" b="1">
                <a:solidFill>
                  <a:srgbClr val="102A43"/>
                </a:solidFill>
              </a:defRPr>
            </a:lvl1pPr>
            <a:lvl2pPr algn="ctr">
              <a:defRPr sz="1725" b="1">
                <a:solidFill>
                  <a:srgbClr val="102A43"/>
                </a:solidFill>
              </a:defRPr>
            </a:lvl2pPr>
            <a:lvl3pPr algn="ctr">
              <a:defRPr sz="1725" b="1">
                <a:solidFill>
                  <a:srgbClr val="102A43"/>
                </a:solidFill>
              </a:defRPr>
            </a:lvl3pPr>
            <a:lvl4pPr algn="ctr">
              <a:defRPr sz="1725" b="1">
                <a:solidFill>
                  <a:srgbClr val="102A43"/>
                </a:solidFill>
              </a:defRPr>
            </a:lvl4pPr>
            <a:lvl5pPr algn="ctr">
              <a:defRPr sz="1725" b="1">
                <a:solidFill>
                  <a:srgbClr val="102A43"/>
                </a:solidFill>
              </a:defRPr>
            </a:lvl5pPr>
            <a:lvl6pPr algn="ctr">
              <a:defRPr sz="1725" b="1">
                <a:solidFill>
                  <a:srgbClr val="102A43"/>
                </a:solidFill>
              </a:defRPr>
            </a:lvl6pPr>
            <a:lvl7pPr algn="ctr">
              <a:defRPr sz="1725" b="1">
                <a:solidFill>
                  <a:srgbClr val="102A43"/>
                </a:solidFill>
              </a:defRPr>
            </a:lvl7pPr>
            <a:lvl8pPr algn="ctr">
              <a:defRPr sz="1725" b="1">
                <a:solidFill>
                  <a:srgbClr val="102A43"/>
                </a:solidFill>
              </a:defRPr>
            </a:lvl8pPr>
            <a:lvl9pPr algn="ctr"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tasks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6840E-44AA-48A8-A3D6-800DDAA9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02A43"/>
                </a:solidFill>
              </a:defRPr>
            </a:defPPr>
            <a:lvl1pPr algn="ctr">
              <a:defRPr sz="1350" b="0">
                <a:solidFill>
                  <a:srgbClr val="102A43"/>
                </a:solidFill>
              </a:defRPr>
            </a:lvl1pPr>
            <a:lvl2pPr algn="ctr">
              <a:defRPr sz="1350" b="0">
                <a:solidFill>
                  <a:srgbClr val="102A43"/>
                </a:solidFill>
              </a:defRPr>
            </a:lvl2pPr>
            <a:lvl3pPr algn="ctr">
              <a:defRPr sz="1350" b="0">
                <a:solidFill>
                  <a:srgbClr val="102A43"/>
                </a:solidFill>
              </a:defRPr>
            </a:lvl3pPr>
            <a:lvl4pPr algn="ctr">
              <a:defRPr sz="1350" b="0">
                <a:solidFill>
                  <a:srgbClr val="102A43"/>
                </a:solidFill>
              </a:defRPr>
            </a:lvl4pPr>
            <a:lvl5pPr algn="ctr">
              <a:defRPr sz="1350" b="0">
                <a:solidFill>
                  <a:srgbClr val="102A43"/>
                </a:solidFill>
              </a:defRPr>
            </a:lvl5pPr>
            <a:lvl6pPr algn="ctr">
              <a:defRPr sz="1350" b="0">
                <a:solidFill>
                  <a:srgbClr val="102A43"/>
                </a:solidFill>
              </a:defRPr>
            </a:lvl6pPr>
            <a:lvl7pPr algn="ctr">
              <a:defRPr sz="1350" b="0">
                <a:solidFill>
                  <a:srgbClr val="102A43"/>
                </a:solidFill>
              </a:defRPr>
            </a:lvl7pPr>
            <a:lvl8pPr algn="ctr">
              <a:defRPr sz="1350" b="0">
                <a:solidFill>
                  <a:srgbClr val="102A43"/>
                </a:solidFill>
              </a:defRPr>
            </a:lvl8pPr>
            <a:lvl9pPr algn="ctr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title, subject, priority</a:t>
            </a:r>
          </a:p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status, due 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21AAE-DA45-4E2A-9A94-B355A285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99492-E1E9-45DD-9702-2C7BFB12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28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</a:defRPr>
            </a:defPPr>
            <a:lvl1pPr algn="ctr">
              <a:defRPr sz="1725" b="1">
                <a:solidFill>
                  <a:srgbClr val="102A43"/>
                </a:solidFill>
              </a:defRPr>
            </a:lvl1pPr>
            <a:lvl2pPr algn="ctr">
              <a:defRPr sz="1725" b="1">
                <a:solidFill>
                  <a:srgbClr val="102A43"/>
                </a:solidFill>
              </a:defRPr>
            </a:lvl2pPr>
            <a:lvl3pPr algn="ctr">
              <a:defRPr sz="1725" b="1">
                <a:solidFill>
                  <a:srgbClr val="102A43"/>
                </a:solidFill>
              </a:defRPr>
            </a:lvl3pPr>
            <a:lvl4pPr algn="ctr">
              <a:defRPr sz="1725" b="1">
                <a:solidFill>
                  <a:srgbClr val="102A43"/>
                </a:solidFill>
              </a:defRPr>
            </a:lvl4pPr>
            <a:lvl5pPr algn="ctr">
              <a:defRPr sz="1725" b="1">
                <a:solidFill>
                  <a:srgbClr val="102A43"/>
                </a:solidFill>
              </a:defRPr>
            </a:lvl5pPr>
            <a:lvl6pPr algn="ctr">
              <a:defRPr sz="1725" b="1">
                <a:solidFill>
                  <a:srgbClr val="102A43"/>
                </a:solidFill>
              </a:defRPr>
            </a:lvl6pPr>
            <a:lvl7pPr algn="ctr">
              <a:defRPr sz="1725" b="1">
                <a:solidFill>
                  <a:srgbClr val="102A43"/>
                </a:solidFill>
              </a:defRPr>
            </a:lvl7pPr>
            <a:lvl8pPr algn="ctr">
              <a:defRPr sz="1725" b="1">
                <a:solidFill>
                  <a:srgbClr val="102A43"/>
                </a:solidFill>
              </a:defRPr>
            </a:lvl8pPr>
            <a:lvl9pPr algn="ctr"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study_files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A6EE4-9A81-4B60-A590-EECEF9CF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02A43"/>
                </a:solidFill>
              </a:defRPr>
            </a:defPPr>
            <a:lvl1pPr algn="ctr">
              <a:defRPr sz="1350" b="0">
                <a:solidFill>
                  <a:srgbClr val="102A43"/>
                </a:solidFill>
              </a:defRPr>
            </a:lvl1pPr>
            <a:lvl2pPr algn="ctr">
              <a:defRPr sz="1350" b="0">
                <a:solidFill>
                  <a:srgbClr val="102A43"/>
                </a:solidFill>
              </a:defRPr>
            </a:lvl2pPr>
            <a:lvl3pPr algn="ctr">
              <a:defRPr sz="1350" b="0">
                <a:solidFill>
                  <a:srgbClr val="102A43"/>
                </a:solidFill>
              </a:defRPr>
            </a:lvl3pPr>
            <a:lvl4pPr algn="ctr">
              <a:defRPr sz="1350" b="0">
                <a:solidFill>
                  <a:srgbClr val="102A43"/>
                </a:solidFill>
              </a:defRPr>
            </a:lvl4pPr>
            <a:lvl5pPr algn="ctr">
              <a:defRPr sz="1350" b="0">
                <a:solidFill>
                  <a:srgbClr val="102A43"/>
                </a:solidFill>
              </a:defRPr>
            </a:lvl5pPr>
            <a:lvl6pPr algn="ctr">
              <a:defRPr sz="1350" b="0">
                <a:solidFill>
                  <a:srgbClr val="102A43"/>
                </a:solidFill>
              </a:defRPr>
            </a:lvl6pPr>
            <a:lvl7pPr algn="ctr">
              <a:defRPr sz="1350" b="0">
                <a:solidFill>
                  <a:srgbClr val="102A43"/>
                </a:solidFill>
              </a:defRPr>
            </a:lvl7pPr>
            <a:lvl8pPr algn="ctr">
              <a:defRPr sz="1350" b="0">
                <a:solidFill>
                  <a:srgbClr val="102A43"/>
                </a:solidFill>
              </a:defRPr>
            </a:lvl8pPr>
            <a:lvl9pPr algn="ctr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file metadata</a:t>
            </a:r>
          </a:p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owner and task link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3B08D-DD2F-4A76-A128-ADAC393D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00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486581"/>
                </a:solidFill>
              </a:defRPr>
            </a:defPPr>
            <a:lvl1pPr algn="ctr">
              <a:defRPr sz="1500" b="0">
                <a:solidFill>
                  <a:srgbClr val="486581"/>
                </a:solidFill>
              </a:defRPr>
            </a:lvl1pPr>
            <a:lvl2pPr algn="ctr">
              <a:defRPr sz="1500" b="0">
                <a:solidFill>
                  <a:srgbClr val="486581"/>
                </a:solidFill>
              </a:defRPr>
            </a:lvl2pPr>
            <a:lvl3pPr algn="ctr">
              <a:defRPr sz="1500" b="0">
                <a:solidFill>
                  <a:srgbClr val="486581"/>
                </a:solidFill>
              </a:defRPr>
            </a:lvl3pPr>
            <a:lvl4pPr algn="ctr">
              <a:defRPr sz="1500" b="0">
                <a:solidFill>
                  <a:srgbClr val="486581"/>
                </a:solidFill>
              </a:defRPr>
            </a:lvl4pPr>
            <a:lvl5pPr algn="ctr">
              <a:defRPr sz="1500" b="0">
                <a:solidFill>
                  <a:srgbClr val="486581"/>
                </a:solidFill>
              </a:defRPr>
            </a:lvl5pPr>
            <a:lvl6pPr algn="ctr">
              <a:defRPr sz="1500" b="0">
                <a:solidFill>
                  <a:srgbClr val="486581"/>
                </a:solidFill>
              </a:defRPr>
            </a:lvl6pPr>
            <a:lvl7pPr algn="ctr">
              <a:defRPr sz="1500" b="0">
                <a:solidFill>
                  <a:srgbClr val="486581"/>
                </a:solidFill>
              </a:defRPr>
            </a:lvl7pPr>
            <a:lvl8pPr algn="ctr">
              <a:defRPr sz="1500" b="0">
                <a:solidFill>
                  <a:srgbClr val="486581"/>
                </a:solidFill>
              </a:defRPr>
            </a:lvl8pPr>
            <a:lvl9pPr algn="ctr">
              <a:defRPr sz="150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Each API query uses the authenticated user identity to scope private records.</a:t>
            </a:r>
          </a:p>
        </p:txBody>
      </p:sp>
    </p:spTree>
    <p:extLst>
      <p:ext uri="{BB962C8B-B14F-4D97-AF65-F5344CB8AC3E}">
        <p14:creationId xmlns:p14="http://schemas.microsoft.com/office/powerpoint/2010/main" val="20228248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8FECC4-E4B4-4D32-85BB-AB65FEA4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Task creation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C4056-3127-4AD7-B150-3406F399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1CCAC-FA84-4F07-84CD-5DCCB730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33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2C4CC-7231-4603-93AA-F59BBCB9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</a:defRPr>
            </a:defPPr>
            <a:lvl1pPr algn="l">
              <a:defRPr sz="750" b="0">
                <a:solidFill>
                  <a:srgbClr val="486581"/>
                </a:solidFill>
              </a:defRPr>
            </a:lvl1pPr>
            <a:lvl2pPr algn="l">
              <a:defRPr sz="750" b="0">
                <a:solidFill>
                  <a:srgbClr val="486581"/>
                </a:solidFill>
              </a:defRPr>
            </a:lvl2pPr>
            <a:lvl3pPr algn="l">
              <a:defRPr sz="750" b="0">
                <a:solidFill>
                  <a:srgbClr val="486581"/>
                </a:solidFill>
              </a:defRPr>
            </a:lvl3pPr>
            <a:lvl4pPr algn="l">
              <a:defRPr sz="750" b="0">
                <a:solidFill>
                  <a:srgbClr val="486581"/>
                </a:solidFill>
              </a:defRPr>
            </a:lvl4pPr>
            <a:lvl5pPr algn="l">
              <a:defRPr sz="750" b="0">
                <a:solidFill>
                  <a:srgbClr val="486581"/>
                </a:solidFill>
              </a:defRPr>
            </a:lvl5pPr>
            <a:lvl6pPr algn="l">
              <a:defRPr sz="750" b="0">
                <a:solidFill>
                  <a:srgbClr val="486581"/>
                </a:solidFill>
              </a:defRPr>
            </a:lvl6pPr>
            <a:lvl7pPr algn="l">
              <a:defRPr sz="750" b="0">
                <a:solidFill>
                  <a:srgbClr val="486581"/>
                </a:solidFill>
              </a:defRPr>
            </a:lvl7pPr>
            <a:lvl8pPr algn="l">
              <a:defRPr sz="750" b="0">
                <a:solidFill>
                  <a:srgbClr val="486581"/>
                </a:solidFill>
              </a:defRPr>
            </a:lvl8pPr>
            <a:lvl9pPr algn="l">
              <a:defRPr sz="7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Cloud computing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2C390-79FF-458E-8DBB-69A8EEC7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486581"/>
                </a:solidFill>
              </a:defRPr>
            </a:defPPr>
            <a:lvl1pPr algn="l">
              <a:defRPr sz="1575" b="0">
                <a:solidFill>
                  <a:srgbClr val="486581"/>
                </a:solidFill>
              </a:defRPr>
            </a:lvl1pPr>
            <a:lvl2pPr algn="l">
              <a:defRPr sz="1575" b="0">
                <a:solidFill>
                  <a:srgbClr val="486581"/>
                </a:solidFill>
              </a:defRPr>
            </a:lvl2pPr>
            <a:lvl3pPr algn="l">
              <a:defRPr sz="1575" b="0">
                <a:solidFill>
                  <a:srgbClr val="486581"/>
                </a:solidFill>
              </a:defRPr>
            </a:lvl3pPr>
            <a:lvl4pPr algn="l">
              <a:defRPr sz="1575" b="0">
                <a:solidFill>
                  <a:srgbClr val="486581"/>
                </a:solidFill>
              </a:defRPr>
            </a:lvl4pPr>
            <a:lvl5pPr algn="l">
              <a:defRPr sz="1575" b="0">
                <a:solidFill>
                  <a:srgbClr val="486581"/>
                </a:solidFill>
              </a:defRPr>
            </a:lvl5pPr>
            <a:lvl6pPr algn="l">
              <a:defRPr sz="1575" b="0">
                <a:solidFill>
                  <a:srgbClr val="486581"/>
                </a:solidFill>
              </a:defRPr>
            </a:lvl6pPr>
            <a:lvl7pPr algn="l">
              <a:defRPr sz="1575" b="0">
                <a:solidFill>
                  <a:srgbClr val="486581"/>
                </a:solidFill>
              </a:defRPr>
            </a:lvl7pPr>
            <a:lvl8pPr algn="l">
              <a:defRPr sz="1575" b="0">
                <a:solidFill>
                  <a:srgbClr val="486581"/>
                </a:solidFill>
              </a:defRPr>
            </a:lvl8pPr>
            <a:lvl9pPr algn="l">
              <a:defRPr sz="1575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86581"/>
                </a:solidFill>
              </a:defRPr>
            </a:pPr>
            <a:r>
              <a:rPr sz="1575" b="0">
                <a:solidFill>
                  <a:srgbClr val="486581"/>
                </a:solidFill>
              </a:rPr>
              <a:t>Example: a student creates a task from the browser.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F8988-4B46-4252-B55E-28218673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B1883-56DD-4D74-B7C3-88C6950D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46EB4"/>
                </a:solidFill>
              </a:defRPr>
            </a:defPPr>
            <a:lvl1pPr algn="l">
              <a:defRPr sz="2025" b="1">
                <a:solidFill>
                  <a:srgbClr val="146EB4"/>
                </a:solidFill>
              </a:defRPr>
            </a:lvl1pPr>
            <a:lvl2pPr algn="l">
              <a:defRPr sz="2025" b="1">
                <a:solidFill>
                  <a:srgbClr val="146EB4"/>
                </a:solidFill>
              </a:defRPr>
            </a:lvl2pPr>
            <a:lvl3pPr algn="l">
              <a:defRPr sz="2025" b="1">
                <a:solidFill>
                  <a:srgbClr val="146EB4"/>
                </a:solidFill>
              </a:defRPr>
            </a:lvl3pPr>
            <a:lvl4pPr algn="l">
              <a:defRPr sz="2025" b="1">
                <a:solidFill>
                  <a:srgbClr val="146EB4"/>
                </a:solidFill>
              </a:defRPr>
            </a:lvl4pPr>
            <a:lvl5pPr algn="l">
              <a:defRPr sz="2025" b="1">
                <a:solidFill>
                  <a:srgbClr val="146EB4"/>
                </a:solidFill>
              </a:defRPr>
            </a:lvl5pPr>
            <a:lvl6pPr algn="l">
              <a:defRPr sz="2025" b="1">
                <a:solidFill>
                  <a:srgbClr val="146EB4"/>
                </a:solidFill>
              </a:defRPr>
            </a:lvl6pPr>
            <a:lvl7pPr algn="l">
              <a:defRPr sz="2025" b="1">
                <a:solidFill>
                  <a:srgbClr val="146EB4"/>
                </a:solidFill>
              </a:defRPr>
            </a:lvl7pPr>
            <a:lvl8pPr algn="l">
              <a:defRPr sz="2025" b="1">
                <a:solidFill>
                  <a:srgbClr val="146EB4"/>
                </a:solidFill>
              </a:defRPr>
            </a:lvl8pPr>
            <a:lvl9pPr algn="l">
              <a:defRPr sz="202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6EB4"/>
                </a:solidFill>
              </a:defRPr>
            </a:pPr>
            <a:r>
              <a:rPr sz="2025" b="1">
                <a:solidFill>
                  <a:srgbClr val="146EB4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288B9-5559-420B-A6B0-15BCFC30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  <a:lvl1pPr algn="l">
              <a:defRPr sz="1500" b="1">
                <a:solidFill>
                  <a:srgbClr val="102A43"/>
                </a:solidFill>
              </a:defRPr>
            </a:lvl1pPr>
            <a:lvl2pPr algn="l">
              <a:defRPr sz="1500" b="1">
                <a:solidFill>
                  <a:srgbClr val="102A43"/>
                </a:solidFill>
              </a:defRPr>
            </a:lvl2pPr>
            <a:lvl3pPr algn="l">
              <a:defRPr sz="1500" b="1">
                <a:solidFill>
                  <a:srgbClr val="102A43"/>
                </a:solidFill>
              </a:defRPr>
            </a:lvl3pPr>
            <a:lvl4pPr algn="l">
              <a:defRPr sz="1500" b="1">
                <a:solidFill>
                  <a:srgbClr val="102A43"/>
                </a:solidFill>
              </a:defRPr>
            </a:lvl4pPr>
            <a:lvl5pPr algn="l">
              <a:defRPr sz="1500" b="1">
                <a:solidFill>
                  <a:srgbClr val="102A43"/>
                </a:solidFill>
              </a:defRPr>
            </a:lvl5pPr>
            <a:lvl6pPr algn="l">
              <a:defRPr sz="1500" b="1">
                <a:solidFill>
                  <a:srgbClr val="102A43"/>
                </a:solidFill>
              </a:defRPr>
            </a:lvl6pPr>
            <a:lvl7pPr algn="l">
              <a:defRPr sz="1500" b="1">
                <a:solidFill>
                  <a:srgbClr val="102A43"/>
                </a:solidFill>
              </a:defRPr>
            </a:lvl7pPr>
            <a:lvl8pPr algn="l">
              <a:defRPr sz="1500" b="1">
                <a:solidFill>
                  <a:srgbClr val="102A43"/>
                </a:solidFill>
              </a:defRPr>
            </a:lvl8pPr>
            <a:lvl9pPr algn="l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React 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EF134-3F6D-4C79-A3CB-598C03AB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02A43"/>
                </a:solidFill>
              </a:defRPr>
            </a:defPPr>
            <a:lvl1pPr algn="l">
              <a:defRPr sz="1200" b="0">
                <a:solidFill>
                  <a:srgbClr val="102A43"/>
                </a:solidFill>
              </a:defRPr>
            </a:lvl1pPr>
            <a:lvl2pPr algn="l">
              <a:defRPr sz="1200" b="0">
                <a:solidFill>
                  <a:srgbClr val="102A43"/>
                </a:solidFill>
              </a:defRPr>
            </a:lvl2pPr>
            <a:lvl3pPr algn="l">
              <a:defRPr sz="1200" b="0">
                <a:solidFill>
                  <a:srgbClr val="102A43"/>
                </a:solidFill>
              </a:defRPr>
            </a:lvl3pPr>
            <a:lvl4pPr algn="l">
              <a:defRPr sz="1200" b="0">
                <a:solidFill>
                  <a:srgbClr val="102A43"/>
                </a:solidFill>
              </a:defRPr>
            </a:lvl4pPr>
            <a:lvl5pPr algn="l">
              <a:defRPr sz="1200" b="0">
                <a:solidFill>
                  <a:srgbClr val="102A43"/>
                </a:solidFill>
              </a:defRPr>
            </a:lvl5pPr>
            <a:lvl6pPr algn="l">
              <a:defRPr sz="1200" b="0">
                <a:solidFill>
                  <a:srgbClr val="102A43"/>
                </a:solidFill>
              </a:defRPr>
            </a:lvl6pPr>
            <a:lvl7pPr algn="l">
              <a:defRPr sz="1200" b="0">
                <a:solidFill>
                  <a:srgbClr val="102A43"/>
                </a:solidFill>
              </a:defRPr>
            </a:lvl7pPr>
            <a:lvl8pPr algn="l">
              <a:defRPr sz="1200" b="0">
                <a:solidFill>
                  <a:srgbClr val="102A43"/>
                </a:solidFill>
              </a:defRPr>
            </a:lvl8pPr>
            <a:lvl9pPr algn="l">
              <a:defRPr sz="12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Student enters task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DF324-F273-4E46-838E-56876F4A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432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146EB4"/>
                </a:solidFill>
              </a:defRPr>
            </a:defPPr>
            <a:lvl1pPr algn="ctr">
              <a:defRPr sz="2175" b="1">
                <a:solidFill>
                  <a:srgbClr val="146EB4"/>
                </a:solidFill>
              </a:defRPr>
            </a:lvl1pPr>
            <a:lvl2pPr algn="ctr">
              <a:defRPr sz="2175" b="1">
                <a:solidFill>
                  <a:srgbClr val="146EB4"/>
                </a:solidFill>
              </a:defRPr>
            </a:lvl2pPr>
            <a:lvl3pPr algn="ctr">
              <a:defRPr sz="2175" b="1">
                <a:solidFill>
                  <a:srgbClr val="146EB4"/>
                </a:solidFill>
              </a:defRPr>
            </a:lvl3pPr>
            <a:lvl4pPr algn="ctr">
              <a:defRPr sz="2175" b="1">
                <a:solidFill>
                  <a:srgbClr val="146EB4"/>
                </a:solidFill>
              </a:defRPr>
            </a:lvl4pPr>
            <a:lvl5pPr algn="ctr">
              <a:defRPr sz="2175" b="1">
                <a:solidFill>
                  <a:srgbClr val="146EB4"/>
                </a:solidFill>
              </a:defRPr>
            </a:lvl5pPr>
            <a:lvl6pPr algn="ctr">
              <a:defRPr sz="2175" b="1">
                <a:solidFill>
                  <a:srgbClr val="146EB4"/>
                </a:solidFill>
              </a:defRPr>
            </a:lvl6pPr>
            <a:lvl7pPr algn="ctr">
              <a:defRPr sz="2175" b="1">
                <a:solidFill>
                  <a:srgbClr val="146EB4"/>
                </a:solidFill>
              </a:defRPr>
            </a:lvl7pPr>
            <a:lvl8pPr algn="ctr">
              <a:defRPr sz="2175" b="1">
                <a:solidFill>
                  <a:srgbClr val="146EB4"/>
                </a:solidFill>
              </a:defRPr>
            </a:lvl8pPr>
            <a:lvl9pPr algn="ctr">
              <a:defRPr sz="217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46EB4"/>
                </a:solidFill>
              </a:defRPr>
            </a:pPr>
            <a:r>
              <a:rPr sz="2175" b="1">
                <a:solidFill>
                  <a:srgbClr val="146EB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BB9C5-47DE-427E-B377-BE1C2AEC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B45C3-6355-45B2-8842-D66B10E1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717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46EB4"/>
                </a:solidFill>
              </a:defRPr>
            </a:defPPr>
            <a:lvl1pPr algn="l">
              <a:defRPr sz="2025" b="1">
                <a:solidFill>
                  <a:srgbClr val="146EB4"/>
                </a:solidFill>
              </a:defRPr>
            </a:lvl1pPr>
            <a:lvl2pPr algn="l">
              <a:defRPr sz="2025" b="1">
                <a:solidFill>
                  <a:srgbClr val="146EB4"/>
                </a:solidFill>
              </a:defRPr>
            </a:lvl2pPr>
            <a:lvl3pPr algn="l">
              <a:defRPr sz="2025" b="1">
                <a:solidFill>
                  <a:srgbClr val="146EB4"/>
                </a:solidFill>
              </a:defRPr>
            </a:lvl3pPr>
            <a:lvl4pPr algn="l">
              <a:defRPr sz="2025" b="1">
                <a:solidFill>
                  <a:srgbClr val="146EB4"/>
                </a:solidFill>
              </a:defRPr>
            </a:lvl4pPr>
            <a:lvl5pPr algn="l">
              <a:defRPr sz="2025" b="1">
                <a:solidFill>
                  <a:srgbClr val="146EB4"/>
                </a:solidFill>
              </a:defRPr>
            </a:lvl5pPr>
            <a:lvl6pPr algn="l">
              <a:defRPr sz="2025" b="1">
                <a:solidFill>
                  <a:srgbClr val="146EB4"/>
                </a:solidFill>
              </a:defRPr>
            </a:lvl6pPr>
            <a:lvl7pPr algn="l">
              <a:defRPr sz="2025" b="1">
                <a:solidFill>
                  <a:srgbClr val="146EB4"/>
                </a:solidFill>
              </a:defRPr>
            </a:lvl7pPr>
            <a:lvl8pPr algn="l">
              <a:defRPr sz="2025" b="1">
                <a:solidFill>
                  <a:srgbClr val="146EB4"/>
                </a:solidFill>
              </a:defRPr>
            </a:lvl8pPr>
            <a:lvl9pPr algn="l">
              <a:defRPr sz="202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6EB4"/>
                </a:solidFill>
              </a:defRPr>
            </a:pPr>
            <a:r>
              <a:rPr sz="2025" b="1">
                <a:solidFill>
                  <a:srgbClr val="146EB4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06E16-0202-4548-8415-424253A3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0956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  <a:lvl1pPr algn="l">
              <a:defRPr sz="1500" b="1">
                <a:solidFill>
                  <a:srgbClr val="102A43"/>
                </a:solidFill>
              </a:defRPr>
            </a:lvl1pPr>
            <a:lvl2pPr algn="l">
              <a:defRPr sz="1500" b="1">
                <a:solidFill>
                  <a:srgbClr val="102A43"/>
                </a:solidFill>
              </a:defRPr>
            </a:lvl2pPr>
            <a:lvl3pPr algn="l">
              <a:defRPr sz="1500" b="1">
                <a:solidFill>
                  <a:srgbClr val="102A43"/>
                </a:solidFill>
              </a:defRPr>
            </a:lvl3pPr>
            <a:lvl4pPr algn="l">
              <a:defRPr sz="1500" b="1">
                <a:solidFill>
                  <a:srgbClr val="102A43"/>
                </a:solidFill>
              </a:defRPr>
            </a:lvl4pPr>
            <a:lvl5pPr algn="l">
              <a:defRPr sz="1500" b="1">
                <a:solidFill>
                  <a:srgbClr val="102A43"/>
                </a:solidFill>
              </a:defRPr>
            </a:lvl5pPr>
            <a:lvl6pPr algn="l">
              <a:defRPr sz="1500" b="1">
                <a:solidFill>
                  <a:srgbClr val="102A43"/>
                </a:solidFill>
              </a:defRPr>
            </a:lvl6pPr>
            <a:lvl7pPr algn="l">
              <a:defRPr sz="1500" b="1">
                <a:solidFill>
                  <a:srgbClr val="102A43"/>
                </a:solidFill>
              </a:defRPr>
            </a:lvl7pPr>
            <a:lvl8pPr algn="l">
              <a:defRPr sz="1500" b="1">
                <a:solidFill>
                  <a:srgbClr val="102A43"/>
                </a:solidFill>
              </a:defRPr>
            </a:lvl8pPr>
            <a:lvl9pPr algn="l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EC2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0C970-5D4C-418F-8E47-8163C216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5242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02A43"/>
                </a:solidFill>
              </a:defRPr>
            </a:defPPr>
            <a:lvl1pPr algn="l">
              <a:defRPr sz="1200" b="0">
                <a:solidFill>
                  <a:srgbClr val="102A43"/>
                </a:solidFill>
              </a:defRPr>
            </a:lvl1pPr>
            <a:lvl2pPr algn="l">
              <a:defRPr sz="1200" b="0">
                <a:solidFill>
                  <a:srgbClr val="102A43"/>
                </a:solidFill>
              </a:defRPr>
            </a:lvl2pPr>
            <a:lvl3pPr algn="l">
              <a:defRPr sz="1200" b="0">
                <a:solidFill>
                  <a:srgbClr val="102A43"/>
                </a:solidFill>
              </a:defRPr>
            </a:lvl3pPr>
            <a:lvl4pPr algn="l">
              <a:defRPr sz="1200" b="0">
                <a:solidFill>
                  <a:srgbClr val="102A43"/>
                </a:solidFill>
              </a:defRPr>
            </a:lvl4pPr>
            <a:lvl5pPr algn="l">
              <a:defRPr sz="1200" b="0">
                <a:solidFill>
                  <a:srgbClr val="102A43"/>
                </a:solidFill>
              </a:defRPr>
            </a:lvl5pPr>
            <a:lvl6pPr algn="l">
              <a:defRPr sz="1200" b="0">
                <a:solidFill>
                  <a:srgbClr val="102A43"/>
                </a:solidFill>
              </a:defRPr>
            </a:lvl6pPr>
            <a:lvl7pPr algn="l">
              <a:defRPr sz="1200" b="0">
                <a:solidFill>
                  <a:srgbClr val="102A43"/>
                </a:solidFill>
              </a:defRPr>
            </a:lvl7pPr>
            <a:lvl8pPr algn="l">
              <a:defRPr sz="1200" b="0">
                <a:solidFill>
                  <a:srgbClr val="102A43"/>
                </a:solidFill>
              </a:defRPr>
            </a:lvl8pPr>
            <a:lvl9pPr algn="l">
              <a:defRPr sz="12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Flask validates the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BE325-E215-4B3E-87BA-88C5FB3A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32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146EB4"/>
                </a:solidFill>
              </a:defRPr>
            </a:defPPr>
            <a:lvl1pPr algn="ctr">
              <a:defRPr sz="2175" b="1">
                <a:solidFill>
                  <a:srgbClr val="146EB4"/>
                </a:solidFill>
              </a:defRPr>
            </a:lvl1pPr>
            <a:lvl2pPr algn="ctr">
              <a:defRPr sz="2175" b="1">
                <a:solidFill>
                  <a:srgbClr val="146EB4"/>
                </a:solidFill>
              </a:defRPr>
            </a:lvl2pPr>
            <a:lvl3pPr algn="ctr">
              <a:defRPr sz="2175" b="1">
                <a:solidFill>
                  <a:srgbClr val="146EB4"/>
                </a:solidFill>
              </a:defRPr>
            </a:lvl3pPr>
            <a:lvl4pPr algn="ctr">
              <a:defRPr sz="2175" b="1">
                <a:solidFill>
                  <a:srgbClr val="146EB4"/>
                </a:solidFill>
              </a:defRPr>
            </a:lvl4pPr>
            <a:lvl5pPr algn="ctr">
              <a:defRPr sz="2175" b="1">
                <a:solidFill>
                  <a:srgbClr val="146EB4"/>
                </a:solidFill>
              </a:defRPr>
            </a:lvl5pPr>
            <a:lvl6pPr algn="ctr">
              <a:defRPr sz="2175" b="1">
                <a:solidFill>
                  <a:srgbClr val="146EB4"/>
                </a:solidFill>
              </a:defRPr>
            </a:lvl6pPr>
            <a:lvl7pPr algn="ctr">
              <a:defRPr sz="2175" b="1">
                <a:solidFill>
                  <a:srgbClr val="146EB4"/>
                </a:solidFill>
              </a:defRPr>
            </a:lvl7pPr>
            <a:lvl8pPr algn="ctr">
              <a:defRPr sz="2175" b="1">
                <a:solidFill>
                  <a:srgbClr val="146EB4"/>
                </a:solidFill>
              </a:defRPr>
            </a:lvl8pPr>
            <a:lvl9pPr algn="ctr">
              <a:defRPr sz="217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46EB4"/>
                </a:solidFill>
              </a:defRPr>
            </a:pPr>
            <a:r>
              <a:rPr sz="2175" b="1">
                <a:solidFill>
                  <a:srgbClr val="146EB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69575-308F-4763-9AEB-9F59E643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87E09-3721-49E6-B36F-2AE101E9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46EB4"/>
                </a:solidFill>
              </a:defRPr>
            </a:defPPr>
            <a:lvl1pPr algn="l">
              <a:defRPr sz="2025" b="1">
                <a:solidFill>
                  <a:srgbClr val="146EB4"/>
                </a:solidFill>
              </a:defRPr>
            </a:lvl1pPr>
            <a:lvl2pPr algn="l">
              <a:defRPr sz="2025" b="1">
                <a:solidFill>
                  <a:srgbClr val="146EB4"/>
                </a:solidFill>
              </a:defRPr>
            </a:lvl2pPr>
            <a:lvl3pPr algn="l">
              <a:defRPr sz="2025" b="1">
                <a:solidFill>
                  <a:srgbClr val="146EB4"/>
                </a:solidFill>
              </a:defRPr>
            </a:lvl3pPr>
            <a:lvl4pPr algn="l">
              <a:defRPr sz="2025" b="1">
                <a:solidFill>
                  <a:srgbClr val="146EB4"/>
                </a:solidFill>
              </a:defRPr>
            </a:lvl4pPr>
            <a:lvl5pPr algn="l">
              <a:defRPr sz="2025" b="1">
                <a:solidFill>
                  <a:srgbClr val="146EB4"/>
                </a:solidFill>
              </a:defRPr>
            </a:lvl5pPr>
            <a:lvl6pPr algn="l">
              <a:defRPr sz="2025" b="1">
                <a:solidFill>
                  <a:srgbClr val="146EB4"/>
                </a:solidFill>
              </a:defRPr>
            </a:lvl6pPr>
            <a:lvl7pPr algn="l">
              <a:defRPr sz="2025" b="1">
                <a:solidFill>
                  <a:srgbClr val="146EB4"/>
                </a:solidFill>
              </a:defRPr>
            </a:lvl7pPr>
            <a:lvl8pPr algn="l">
              <a:defRPr sz="2025" b="1">
                <a:solidFill>
                  <a:srgbClr val="146EB4"/>
                </a:solidFill>
              </a:defRPr>
            </a:lvl8pPr>
            <a:lvl9pPr algn="l">
              <a:defRPr sz="202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6EB4"/>
                </a:solidFill>
              </a:defRPr>
            </a:pPr>
            <a:r>
              <a:rPr sz="2025" b="1">
                <a:solidFill>
                  <a:srgbClr val="146EB4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8E3C1-F9EF-442C-8AD8-62269F22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956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  <a:lvl1pPr algn="l">
              <a:defRPr sz="1500" b="1">
                <a:solidFill>
                  <a:srgbClr val="102A43"/>
                </a:solidFill>
              </a:defRPr>
            </a:lvl1pPr>
            <a:lvl2pPr algn="l">
              <a:defRPr sz="1500" b="1">
                <a:solidFill>
                  <a:srgbClr val="102A43"/>
                </a:solidFill>
              </a:defRPr>
            </a:lvl2pPr>
            <a:lvl3pPr algn="l">
              <a:defRPr sz="1500" b="1">
                <a:solidFill>
                  <a:srgbClr val="102A43"/>
                </a:solidFill>
              </a:defRPr>
            </a:lvl3pPr>
            <a:lvl4pPr algn="l">
              <a:defRPr sz="1500" b="1">
                <a:solidFill>
                  <a:srgbClr val="102A43"/>
                </a:solidFill>
              </a:defRPr>
            </a:lvl4pPr>
            <a:lvl5pPr algn="l">
              <a:defRPr sz="1500" b="1">
                <a:solidFill>
                  <a:srgbClr val="102A43"/>
                </a:solidFill>
              </a:defRPr>
            </a:lvl5pPr>
            <a:lvl6pPr algn="l">
              <a:defRPr sz="1500" b="1">
                <a:solidFill>
                  <a:srgbClr val="102A43"/>
                </a:solidFill>
              </a:defRPr>
            </a:lvl6pPr>
            <a:lvl7pPr algn="l">
              <a:defRPr sz="1500" b="1">
                <a:solidFill>
                  <a:srgbClr val="102A43"/>
                </a:solidFill>
              </a:defRPr>
            </a:lvl7pPr>
            <a:lvl8pPr algn="l">
              <a:defRPr sz="1500" b="1">
                <a:solidFill>
                  <a:srgbClr val="102A43"/>
                </a:solidFill>
              </a:defRPr>
            </a:lvl8pPr>
            <a:lvl9pPr algn="l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RDS 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115EBE-06C8-4232-A896-9A967D6D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02A43"/>
                </a:solidFill>
              </a:defRPr>
            </a:defPPr>
            <a:lvl1pPr algn="l">
              <a:defRPr sz="1200" b="0">
                <a:solidFill>
                  <a:srgbClr val="102A43"/>
                </a:solidFill>
              </a:defRPr>
            </a:lvl1pPr>
            <a:lvl2pPr algn="l">
              <a:defRPr sz="1200" b="0">
                <a:solidFill>
                  <a:srgbClr val="102A43"/>
                </a:solidFill>
              </a:defRPr>
            </a:lvl2pPr>
            <a:lvl3pPr algn="l">
              <a:defRPr sz="1200" b="0">
                <a:solidFill>
                  <a:srgbClr val="102A43"/>
                </a:solidFill>
              </a:defRPr>
            </a:lvl3pPr>
            <a:lvl4pPr algn="l">
              <a:defRPr sz="1200" b="0">
                <a:solidFill>
                  <a:srgbClr val="102A43"/>
                </a:solidFill>
              </a:defRPr>
            </a:lvl4pPr>
            <a:lvl5pPr algn="l">
              <a:defRPr sz="1200" b="0">
                <a:solidFill>
                  <a:srgbClr val="102A43"/>
                </a:solidFill>
              </a:defRPr>
            </a:lvl5pPr>
            <a:lvl6pPr algn="l">
              <a:defRPr sz="1200" b="0">
                <a:solidFill>
                  <a:srgbClr val="102A43"/>
                </a:solidFill>
              </a:defRPr>
            </a:lvl6pPr>
            <a:lvl7pPr algn="l">
              <a:defRPr sz="1200" b="0">
                <a:solidFill>
                  <a:srgbClr val="102A43"/>
                </a:solidFill>
              </a:defRPr>
            </a:lvl7pPr>
            <a:lvl8pPr algn="l">
              <a:defRPr sz="1200" b="0">
                <a:solidFill>
                  <a:srgbClr val="102A43"/>
                </a:solidFill>
              </a:defRPr>
            </a:lvl8pPr>
            <a:lvl9pPr algn="l">
              <a:defRPr sz="12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PostgreSQL saves the 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D52E6-ECBB-4474-B56C-5917EDBA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146EB4"/>
                </a:solidFill>
              </a:defRPr>
            </a:defPPr>
            <a:lvl1pPr algn="ctr">
              <a:defRPr sz="2175" b="1">
                <a:solidFill>
                  <a:srgbClr val="146EB4"/>
                </a:solidFill>
              </a:defRPr>
            </a:lvl1pPr>
            <a:lvl2pPr algn="ctr">
              <a:defRPr sz="2175" b="1">
                <a:solidFill>
                  <a:srgbClr val="146EB4"/>
                </a:solidFill>
              </a:defRPr>
            </a:lvl2pPr>
            <a:lvl3pPr algn="ctr">
              <a:defRPr sz="2175" b="1">
                <a:solidFill>
                  <a:srgbClr val="146EB4"/>
                </a:solidFill>
              </a:defRPr>
            </a:lvl3pPr>
            <a:lvl4pPr algn="ctr">
              <a:defRPr sz="2175" b="1">
                <a:solidFill>
                  <a:srgbClr val="146EB4"/>
                </a:solidFill>
              </a:defRPr>
            </a:lvl4pPr>
            <a:lvl5pPr algn="ctr">
              <a:defRPr sz="2175" b="1">
                <a:solidFill>
                  <a:srgbClr val="146EB4"/>
                </a:solidFill>
              </a:defRPr>
            </a:lvl5pPr>
            <a:lvl6pPr algn="ctr">
              <a:defRPr sz="2175" b="1">
                <a:solidFill>
                  <a:srgbClr val="146EB4"/>
                </a:solidFill>
              </a:defRPr>
            </a:lvl6pPr>
            <a:lvl7pPr algn="ctr">
              <a:defRPr sz="2175" b="1">
                <a:solidFill>
                  <a:srgbClr val="146EB4"/>
                </a:solidFill>
              </a:defRPr>
            </a:lvl7pPr>
            <a:lvl8pPr algn="ctr">
              <a:defRPr sz="2175" b="1">
                <a:solidFill>
                  <a:srgbClr val="146EB4"/>
                </a:solidFill>
              </a:defRPr>
            </a:lvl8pPr>
            <a:lvl9pPr algn="ctr">
              <a:defRPr sz="217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46EB4"/>
                </a:solidFill>
              </a:defRPr>
            </a:pPr>
            <a:r>
              <a:rPr sz="2175" b="1">
                <a:solidFill>
                  <a:srgbClr val="146EB4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429C8F-A49A-4E9D-84D5-660B88C5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33625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1E2F5B-1F8B-4DE8-8C99-1CC9D991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717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46EB4"/>
                </a:solidFill>
              </a:defRPr>
            </a:defPPr>
            <a:lvl1pPr algn="l">
              <a:defRPr sz="2025" b="1">
                <a:solidFill>
                  <a:srgbClr val="146EB4"/>
                </a:solidFill>
              </a:defRPr>
            </a:lvl1pPr>
            <a:lvl2pPr algn="l">
              <a:defRPr sz="2025" b="1">
                <a:solidFill>
                  <a:srgbClr val="146EB4"/>
                </a:solidFill>
              </a:defRPr>
            </a:lvl2pPr>
            <a:lvl3pPr algn="l">
              <a:defRPr sz="2025" b="1">
                <a:solidFill>
                  <a:srgbClr val="146EB4"/>
                </a:solidFill>
              </a:defRPr>
            </a:lvl3pPr>
            <a:lvl4pPr algn="l">
              <a:defRPr sz="2025" b="1">
                <a:solidFill>
                  <a:srgbClr val="146EB4"/>
                </a:solidFill>
              </a:defRPr>
            </a:lvl4pPr>
            <a:lvl5pPr algn="l">
              <a:defRPr sz="2025" b="1">
                <a:solidFill>
                  <a:srgbClr val="146EB4"/>
                </a:solidFill>
              </a:defRPr>
            </a:lvl5pPr>
            <a:lvl6pPr algn="l">
              <a:defRPr sz="2025" b="1">
                <a:solidFill>
                  <a:srgbClr val="146EB4"/>
                </a:solidFill>
              </a:defRPr>
            </a:lvl6pPr>
            <a:lvl7pPr algn="l">
              <a:defRPr sz="2025" b="1">
                <a:solidFill>
                  <a:srgbClr val="146EB4"/>
                </a:solidFill>
              </a:defRPr>
            </a:lvl7pPr>
            <a:lvl8pPr algn="l">
              <a:defRPr sz="2025" b="1">
                <a:solidFill>
                  <a:srgbClr val="146EB4"/>
                </a:solidFill>
              </a:defRPr>
            </a:lvl8pPr>
            <a:lvl9pPr algn="l">
              <a:defRPr sz="202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6EB4"/>
                </a:solidFill>
              </a:defRPr>
            </a:pPr>
            <a:r>
              <a:rPr sz="2025" b="1">
                <a:solidFill>
                  <a:srgbClr val="146EB4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812AB-84CC-426F-B01F-C4EDB66F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956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  <a:lvl1pPr algn="l">
              <a:defRPr sz="1500" b="1">
                <a:solidFill>
                  <a:srgbClr val="102A43"/>
                </a:solidFill>
              </a:defRPr>
            </a:lvl1pPr>
            <a:lvl2pPr algn="l">
              <a:defRPr sz="1500" b="1">
                <a:solidFill>
                  <a:srgbClr val="102A43"/>
                </a:solidFill>
              </a:defRPr>
            </a:lvl2pPr>
            <a:lvl3pPr algn="l">
              <a:defRPr sz="1500" b="1">
                <a:solidFill>
                  <a:srgbClr val="102A43"/>
                </a:solidFill>
              </a:defRPr>
            </a:lvl3pPr>
            <a:lvl4pPr algn="l">
              <a:defRPr sz="1500" b="1">
                <a:solidFill>
                  <a:srgbClr val="102A43"/>
                </a:solidFill>
              </a:defRPr>
            </a:lvl4pPr>
            <a:lvl5pPr algn="l">
              <a:defRPr sz="1500" b="1">
                <a:solidFill>
                  <a:srgbClr val="102A43"/>
                </a:solidFill>
              </a:defRPr>
            </a:lvl5pPr>
            <a:lvl6pPr algn="l">
              <a:defRPr sz="1500" b="1">
                <a:solidFill>
                  <a:srgbClr val="102A43"/>
                </a:solidFill>
              </a:defRPr>
            </a:lvl6pPr>
            <a:lvl7pPr algn="l">
              <a:defRPr sz="1500" b="1">
                <a:solidFill>
                  <a:srgbClr val="102A43"/>
                </a:solidFill>
              </a:defRPr>
            </a:lvl7pPr>
            <a:lvl8pPr algn="l">
              <a:defRPr sz="1500" b="1">
                <a:solidFill>
                  <a:srgbClr val="102A43"/>
                </a:solidFill>
              </a:defRPr>
            </a:lvl8pPr>
            <a:lvl9pPr algn="l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874DF5-3D81-46F8-91A1-6628BEC9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5242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02A43"/>
                </a:solidFill>
              </a:defRPr>
            </a:defPPr>
            <a:lvl1pPr algn="l">
              <a:defRPr sz="1200" b="0">
                <a:solidFill>
                  <a:srgbClr val="102A43"/>
                </a:solidFill>
              </a:defRPr>
            </a:lvl1pPr>
            <a:lvl2pPr algn="l">
              <a:defRPr sz="1200" b="0">
                <a:solidFill>
                  <a:srgbClr val="102A43"/>
                </a:solidFill>
              </a:defRPr>
            </a:lvl2pPr>
            <a:lvl3pPr algn="l">
              <a:defRPr sz="1200" b="0">
                <a:solidFill>
                  <a:srgbClr val="102A43"/>
                </a:solidFill>
              </a:defRPr>
            </a:lvl3pPr>
            <a:lvl4pPr algn="l">
              <a:defRPr sz="1200" b="0">
                <a:solidFill>
                  <a:srgbClr val="102A43"/>
                </a:solidFill>
              </a:defRPr>
            </a:lvl4pPr>
            <a:lvl5pPr algn="l">
              <a:defRPr sz="1200" b="0">
                <a:solidFill>
                  <a:srgbClr val="102A43"/>
                </a:solidFill>
              </a:defRPr>
            </a:lvl5pPr>
            <a:lvl6pPr algn="l">
              <a:defRPr sz="1200" b="0">
                <a:solidFill>
                  <a:srgbClr val="102A43"/>
                </a:solidFill>
              </a:defRPr>
            </a:lvl6pPr>
            <a:lvl7pPr algn="l">
              <a:defRPr sz="1200" b="0">
                <a:solidFill>
                  <a:srgbClr val="102A43"/>
                </a:solidFill>
              </a:defRPr>
            </a:lvl7pPr>
            <a:lvl8pPr algn="l">
              <a:defRPr sz="1200" b="0">
                <a:solidFill>
                  <a:srgbClr val="102A43"/>
                </a:solidFill>
              </a:defRPr>
            </a:lvl8pPr>
            <a:lvl9pPr algn="l">
              <a:defRPr sz="12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API returns updated task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E2ECEE-EDB1-44A2-86A0-DD3A59E4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486581"/>
                </a:solidFill>
              </a:defRPr>
            </a:defPPr>
            <a:lvl1pPr algn="ctr">
              <a:defRPr sz="1500" b="0">
                <a:solidFill>
                  <a:srgbClr val="486581"/>
                </a:solidFill>
              </a:defRPr>
            </a:lvl1pPr>
            <a:lvl2pPr algn="ctr">
              <a:defRPr sz="1500" b="0">
                <a:solidFill>
                  <a:srgbClr val="486581"/>
                </a:solidFill>
              </a:defRPr>
            </a:lvl2pPr>
            <a:lvl3pPr algn="ctr">
              <a:defRPr sz="1500" b="0">
                <a:solidFill>
                  <a:srgbClr val="486581"/>
                </a:solidFill>
              </a:defRPr>
            </a:lvl3pPr>
            <a:lvl4pPr algn="ctr">
              <a:defRPr sz="1500" b="0">
                <a:solidFill>
                  <a:srgbClr val="486581"/>
                </a:solidFill>
              </a:defRPr>
            </a:lvl4pPr>
            <a:lvl5pPr algn="ctr">
              <a:defRPr sz="1500" b="0">
                <a:solidFill>
                  <a:srgbClr val="486581"/>
                </a:solidFill>
              </a:defRPr>
            </a:lvl5pPr>
            <a:lvl6pPr algn="ctr">
              <a:defRPr sz="1500" b="0">
                <a:solidFill>
                  <a:srgbClr val="486581"/>
                </a:solidFill>
              </a:defRPr>
            </a:lvl6pPr>
            <a:lvl7pPr algn="ctr">
              <a:defRPr sz="1500" b="0">
                <a:solidFill>
                  <a:srgbClr val="486581"/>
                </a:solidFill>
              </a:defRPr>
            </a:lvl7pPr>
            <a:lvl8pPr algn="ctr">
              <a:defRPr sz="1500" b="0">
                <a:solidFill>
                  <a:srgbClr val="486581"/>
                </a:solidFill>
              </a:defRPr>
            </a:lvl8pPr>
            <a:lvl9pPr algn="ctr">
              <a:defRPr sz="150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Amplify hosts the React frontend where this workflow begins.</a:t>
            </a:r>
          </a:p>
        </p:txBody>
      </p:sp>
    </p:spTree>
    <p:extLst>
      <p:ext uri="{BB962C8B-B14F-4D97-AF65-F5344CB8AC3E}">
        <p14:creationId xmlns:p14="http://schemas.microsoft.com/office/powerpoint/2010/main" val="13178663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76FF4-ACDE-4420-AFF3-5C4A6CB6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Service roles and project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7C9F6-25F4-471B-8FD5-51331D7C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DB75E-6850-4F0D-B3D4-DC65D0A5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33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84B4A-172F-47A7-999D-A8AE0A35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D9EAF7"/>
                </a:solidFill>
              </a:defRPr>
            </a:defPPr>
            <a:lvl1pPr algn="l">
              <a:defRPr sz="1650" b="0">
                <a:solidFill>
                  <a:srgbClr val="D9EAF7"/>
                </a:solidFill>
              </a:defRPr>
            </a:lvl1pPr>
            <a:lvl2pPr algn="l">
              <a:defRPr sz="1650" b="0">
                <a:solidFill>
                  <a:srgbClr val="D9EAF7"/>
                </a:solidFill>
              </a:defRPr>
            </a:lvl2pPr>
            <a:lvl3pPr algn="l">
              <a:defRPr sz="1650" b="0">
                <a:solidFill>
                  <a:srgbClr val="D9EAF7"/>
                </a:solidFill>
              </a:defRPr>
            </a:lvl3pPr>
            <a:lvl4pPr algn="l">
              <a:defRPr sz="1650" b="0">
                <a:solidFill>
                  <a:srgbClr val="D9EAF7"/>
                </a:solidFill>
              </a:defRPr>
            </a:lvl4pPr>
            <a:lvl5pPr algn="l">
              <a:defRPr sz="1650" b="0">
                <a:solidFill>
                  <a:srgbClr val="D9EAF7"/>
                </a:solidFill>
              </a:defRPr>
            </a:lvl5pPr>
            <a:lvl6pPr algn="l">
              <a:defRPr sz="1650" b="0">
                <a:solidFill>
                  <a:srgbClr val="D9EAF7"/>
                </a:solidFill>
              </a:defRPr>
            </a:lvl6pPr>
            <a:lvl7pPr algn="l">
              <a:defRPr sz="1650" b="0">
                <a:solidFill>
                  <a:srgbClr val="D9EAF7"/>
                </a:solidFill>
              </a:defRPr>
            </a:lvl7pPr>
            <a:lvl8pPr algn="l">
              <a:defRPr sz="1650" b="0">
                <a:solidFill>
                  <a:srgbClr val="D9EAF7"/>
                </a:solidFill>
              </a:defRPr>
            </a:lvl8pPr>
            <a:lvl9pPr algn="l">
              <a:defRPr sz="1650" b="0">
                <a:solidFill>
                  <a:srgbClr val="D9EAF7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9EAF7"/>
                </a:solidFill>
              </a:defRPr>
            </a:pPr>
            <a:r>
              <a:rPr sz="1650" b="0">
                <a:solidFill>
                  <a:srgbClr val="D9EAF7"/>
                </a:solidFill>
              </a:rPr>
              <a:t>TaskFlow Cloud maps each service to a specific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2BBDE-D4A9-48C6-9F42-5DE55BEC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2667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FB1E0-55EA-42BB-BBCC-6871DE97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669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AWS Amplify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40F3F-4B51-4600-8330-61F457E5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</a:defRPr>
            </a:defPPr>
            <a:lvl1pPr algn="l">
              <a:defRPr sz="1575" b="0">
                <a:solidFill>
                  <a:srgbClr val="FFFFFF"/>
                </a:solidFill>
              </a:defRPr>
            </a:lvl1pPr>
            <a:lvl2pPr algn="l">
              <a:defRPr sz="1575" b="0">
                <a:solidFill>
                  <a:srgbClr val="FFFFFF"/>
                </a:solidFill>
              </a:defRPr>
            </a:lvl2pPr>
            <a:lvl3pPr algn="l">
              <a:defRPr sz="1575" b="0">
                <a:solidFill>
                  <a:srgbClr val="FFFFFF"/>
                </a:solidFill>
              </a:defRPr>
            </a:lvl3pPr>
            <a:lvl4pPr algn="l">
              <a:defRPr sz="1575" b="0">
                <a:solidFill>
                  <a:srgbClr val="FFFFFF"/>
                </a:solidFill>
              </a:defRPr>
            </a:lvl4pPr>
            <a:lvl5pPr algn="l">
              <a:defRPr sz="1575" b="0">
                <a:solidFill>
                  <a:srgbClr val="FFFFFF"/>
                </a:solidFill>
              </a:defRPr>
            </a:lvl5pPr>
            <a:lvl6pPr algn="l">
              <a:defRPr sz="1575" b="0">
                <a:solidFill>
                  <a:srgbClr val="FFFFFF"/>
                </a:solidFill>
              </a:defRPr>
            </a:lvl6pPr>
            <a:lvl7pPr algn="l">
              <a:defRPr sz="1575" b="0">
                <a:solidFill>
                  <a:srgbClr val="FFFFFF"/>
                </a:solidFill>
              </a:defRPr>
            </a:lvl7pPr>
            <a:lvl8pPr algn="l">
              <a:defRPr sz="1575" b="0">
                <a:solidFill>
                  <a:srgbClr val="FFFFFF"/>
                </a:solidFill>
              </a:defRPr>
            </a:lvl8pPr>
            <a:lvl9pPr algn="l"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React frontend hosting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542C9-AB2D-4270-BC8F-D99EE5B6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2667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71528-EE1F-441E-ACB3-E53B5442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622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Amazon EC2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5E41E-92FC-4CC9-AE1A-AF6D3697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71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</a:defRPr>
            </a:defPPr>
            <a:lvl1pPr algn="l">
              <a:defRPr sz="1575" b="0">
                <a:solidFill>
                  <a:srgbClr val="FFFFFF"/>
                </a:solidFill>
              </a:defRPr>
            </a:lvl1pPr>
            <a:lvl2pPr algn="l">
              <a:defRPr sz="1575" b="0">
                <a:solidFill>
                  <a:srgbClr val="FFFFFF"/>
                </a:solidFill>
              </a:defRPr>
            </a:lvl2pPr>
            <a:lvl3pPr algn="l">
              <a:defRPr sz="1575" b="0">
                <a:solidFill>
                  <a:srgbClr val="FFFFFF"/>
                </a:solidFill>
              </a:defRPr>
            </a:lvl3pPr>
            <a:lvl4pPr algn="l">
              <a:defRPr sz="1575" b="0">
                <a:solidFill>
                  <a:srgbClr val="FFFFFF"/>
                </a:solidFill>
              </a:defRPr>
            </a:lvl4pPr>
            <a:lvl5pPr algn="l">
              <a:defRPr sz="1575" b="0">
                <a:solidFill>
                  <a:srgbClr val="FFFFFF"/>
                </a:solidFill>
              </a:defRPr>
            </a:lvl5pPr>
            <a:lvl6pPr algn="l">
              <a:defRPr sz="1575" b="0">
                <a:solidFill>
                  <a:srgbClr val="FFFFFF"/>
                </a:solidFill>
              </a:defRPr>
            </a:lvl6pPr>
            <a:lvl7pPr algn="l">
              <a:defRPr sz="1575" b="0">
                <a:solidFill>
                  <a:srgbClr val="FFFFFF"/>
                </a:solidFill>
              </a:defRPr>
            </a:lvl7pPr>
            <a:lvl8pPr algn="l">
              <a:defRPr sz="1575" b="0">
                <a:solidFill>
                  <a:srgbClr val="FFFFFF"/>
                </a:solidFill>
              </a:defRPr>
            </a:lvl8pPr>
            <a:lvl9pPr algn="l"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Flask API compute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29120-41B4-459E-866E-7160D00F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2667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8B5C8-8EDA-47ED-838A-90D9C601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Amazon 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A8E59-28FD-4C67-BEF5-1A87C1F7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67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</a:defRPr>
            </a:defPPr>
            <a:lvl1pPr algn="l">
              <a:defRPr sz="1575" b="0">
                <a:solidFill>
                  <a:srgbClr val="FFFFFF"/>
                </a:solidFill>
              </a:defRPr>
            </a:lvl1pPr>
            <a:lvl2pPr algn="l">
              <a:defRPr sz="1575" b="0">
                <a:solidFill>
                  <a:srgbClr val="FFFFFF"/>
                </a:solidFill>
              </a:defRPr>
            </a:lvl2pPr>
            <a:lvl3pPr algn="l">
              <a:defRPr sz="1575" b="0">
                <a:solidFill>
                  <a:srgbClr val="FFFFFF"/>
                </a:solidFill>
              </a:defRPr>
            </a:lvl3pPr>
            <a:lvl4pPr algn="l">
              <a:defRPr sz="1575" b="0">
                <a:solidFill>
                  <a:srgbClr val="FFFFFF"/>
                </a:solidFill>
              </a:defRPr>
            </a:lvl4pPr>
            <a:lvl5pPr algn="l">
              <a:defRPr sz="1575" b="0">
                <a:solidFill>
                  <a:srgbClr val="FFFFFF"/>
                </a:solidFill>
              </a:defRPr>
            </a:lvl5pPr>
            <a:lvl6pPr algn="l">
              <a:defRPr sz="1575" b="0">
                <a:solidFill>
                  <a:srgbClr val="FFFFFF"/>
                </a:solidFill>
              </a:defRPr>
            </a:lvl6pPr>
            <a:lvl7pPr algn="l">
              <a:defRPr sz="1575" b="0">
                <a:solidFill>
                  <a:srgbClr val="FFFFFF"/>
                </a:solidFill>
              </a:defRPr>
            </a:lvl7pPr>
            <a:lvl8pPr algn="l">
              <a:defRPr sz="1575" b="0">
                <a:solidFill>
                  <a:srgbClr val="FFFFFF"/>
                </a:solidFill>
              </a:defRPr>
            </a:lvl8pPr>
            <a:lvl9pPr algn="l"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PostgreSQL data 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B15709-CAA5-4278-A4A7-D8EC8092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2857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73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1FDB8-4AD6-41C5-9CDE-C4112AAB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  <a:lvl1pPr algn="l">
              <a:defRPr sz="1650" b="1">
                <a:solidFill>
                  <a:srgbClr val="FFFFFF"/>
                </a:solidFill>
              </a:defRPr>
            </a:lvl1pPr>
            <a:lvl2pPr algn="l">
              <a:defRPr sz="1650" b="1">
                <a:solidFill>
                  <a:srgbClr val="FFFFFF"/>
                </a:solidFill>
              </a:defRPr>
            </a:lvl2pPr>
            <a:lvl3pPr algn="l">
              <a:defRPr sz="1650" b="1">
                <a:solidFill>
                  <a:srgbClr val="FFFFFF"/>
                </a:solidFill>
              </a:defRPr>
            </a:lvl3pPr>
            <a:lvl4pPr algn="l">
              <a:defRPr sz="1650" b="1">
                <a:solidFill>
                  <a:srgbClr val="FFFFFF"/>
                </a:solidFill>
              </a:defRPr>
            </a:lvl4pPr>
            <a:lvl5pPr algn="l">
              <a:defRPr sz="1650" b="1">
                <a:solidFill>
                  <a:srgbClr val="FFFFFF"/>
                </a:solidFill>
              </a:defRPr>
            </a:lvl5pPr>
            <a:lvl6pPr algn="l">
              <a:defRPr sz="1650" b="1">
                <a:solidFill>
                  <a:srgbClr val="FFFFFF"/>
                </a:solidFill>
              </a:defRPr>
            </a:lvl6pPr>
            <a:lvl7pPr algn="l">
              <a:defRPr sz="1650" b="1">
                <a:solidFill>
                  <a:srgbClr val="FFFFFF"/>
                </a:solidFill>
              </a:defRPr>
            </a:lvl7pPr>
            <a:lvl8pPr algn="l">
              <a:defRPr sz="1650" b="1">
                <a:solidFill>
                  <a:srgbClr val="FFFFFF"/>
                </a:solidFill>
              </a:defRPr>
            </a:lvl8pPr>
            <a:lvl9pPr algn="l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Project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F25EB-9EB6-40DA-BBBB-D26A286A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D9EAF7"/>
                </a:solidFill>
              </a:defRPr>
            </a:defPPr>
            <a:lvl1pPr algn="l">
              <a:defRPr sz="1350" b="0">
                <a:solidFill>
                  <a:srgbClr val="D9EAF7"/>
                </a:solidFill>
              </a:defRPr>
            </a:lvl1pPr>
            <a:lvl2pPr algn="l">
              <a:defRPr sz="1350" b="0">
                <a:solidFill>
                  <a:srgbClr val="D9EAF7"/>
                </a:solidFill>
              </a:defRPr>
            </a:lvl2pPr>
            <a:lvl3pPr algn="l">
              <a:defRPr sz="1350" b="0">
                <a:solidFill>
                  <a:srgbClr val="D9EAF7"/>
                </a:solidFill>
              </a:defRPr>
            </a:lvl3pPr>
            <a:lvl4pPr algn="l">
              <a:defRPr sz="1350" b="0">
                <a:solidFill>
                  <a:srgbClr val="D9EAF7"/>
                </a:solidFill>
              </a:defRPr>
            </a:lvl4pPr>
            <a:lvl5pPr algn="l">
              <a:defRPr sz="1350" b="0">
                <a:solidFill>
                  <a:srgbClr val="D9EAF7"/>
                </a:solidFill>
              </a:defRPr>
            </a:lvl5pPr>
            <a:lvl6pPr algn="l">
              <a:defRPr sz="1350" b="0">
                <a:solidFill>
                  <a:srgbClr val="D9EAF7"/>
                </a:solidFill>
              </a:defRPr>
            </a:lvl6pPr>
            <a:lvl7pPr algn="l">
              <a:defRPr sz="1350" b="0">
                <a:solidFill>
                  <a:srgbClr val="D9EAF7"/>
                </a:solidFill>
              </a:defRPr>
            </a:lvl7pPr>
            <a:lvl8pPr algn="l">
              <a:defRPr sz="1350" b="0">
                <a:solidFill>
                  <a:srgbClr val="D9EAF7"/>
                </a:solidFill>
              </a:defRPr>
            </a:lvl8pPr>
            <a:lvl9pPr algn="l">
              <a:defRPr sz="1350" b="0">
                <a:solidFill>
                  <a:srgbClr val="D9EAF7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9EAF7"/>
                </a:solidFill>
              </a:defRPr>
            </a:pPr>
            <a:r>
              <a:rPr sz="1350" b="0">
                <a:solidFill>
                  <a:srgbClr val="D9EAF7"/>
                </a:solidFill>
              </a:rPr>
              <a:t>The report documents this AWS architecture as cloud-ready. Local testing used the React, Flask and SQLite development setup.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C11DA-C73F-4DB0-B568-67301431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</a:defRPr>
            </a:defPPr>
            <a:lvl1pPr algn="l">
              <a:defRPr sz="2100" b="1">
                <a:solidFill>
                  <a:srgbClr val="FFFFFF"/>
                </a:solidFill>
              </a:defRPr>
            </a:lvl1pPr>
            <a:lvl2pPr algn="l">
              <a:defRPr sz="2100" b="1">
                <a:solidFill>
                  <a:srgbClr val="FFFFFF"/>
                </a:solidFill>
              </a:defRPr>
            </a:lvl2pPr>
            <a:lvl3pPr algn="l">
              <a:defRPr sz="2100" b="1">
                <a:solidFill>
                  <a:srgbClr val="FFFFFF"/>
                </a:solidFill>
              </a:defRPr>
            </a:lvl3pPr>
            <a:lvl4pPr algn="l">
              <a:defRPr sz="2100" b="1">
                <a:solidFill>
                  <a:srgbClr val="FFFFFF"/>
                </a:solidFill>
              </a:defRPr>
            </a:lvl4pPr>
            <a:lvl5pPr algn="l">
              <a:defRPr sz="2100" b="1">
                <a:solidFill>
                  <a:srgbClr val="FFFFFF"/>
                </a:solidFill>
              </a:defRPr>
            </a:lvl5pPr>
            <a:lvl6pPr algn="l">
              <a:defRPr sz="2100" b="1">
                <a:solidFill>
                  <a:srgbClr val="FFFFFF"/>
                </a:solidFill>
              </a:defRPr>
            </a:lvl6pPr>
            <a:lvl7pPr algn="l">
              <a:defRPr sz="2100" b="1">
                <a:solidFill>
                  <a:srgbClr val="FFFFFF"/>
                </a:solidFill>
              </a:defRPr>
            </a:lvl7pPr>
            <a:lvl8pPr algn="l">
              <a:defRPr sz="2100" b="1">
                <a:solidFill>
                  <a:srgbClr val="FFFFFF"/>
                </a:solidFill>
              </a:defRPr>
            </a:lvl8pPr>
            <a:lvl9pPr algn="l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8F758-65C6-4D05-BA72-6C5590EB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350" b="0">
                <a:solidFill>
                  <a:srgbClr val="D9EAF7"/>
                </a:solidFill>
              </a:defRPr>
            </a:defPPr>
            <a:lvl1pPr algn="r">
              <a:defRPr sz="1350" b="0">
                <a:solidFill>
                  <a:srgbClr val="D9EAF7"/>
                </a:solidFill>
              </a:defRPr>
            </a:lvl1pPr>
            <a:lvl2pPr algn="r">
              <a:defRPr sz="1350" b="0">
                <a:solidFill>
                  <a:srgbClr val="D9EAF7"/>
                </a:solidFill>
              </a:defRPr>
            </a:lvl2pPr>
            <a:lvl3pPr algn="r">
              <a:defRPr sz="1350" b="0">
                <a:solidFill>
                  <a:srgbClr val="D9EAF7"/>
                </a:solidFill>
              </a:defRPr>
            </a:lvl3pPr>
            <a:lvl4pPr algn="r">
              <a:defRPr sz="1350" b="0">
                <a:solidFill>
                  <a:srgbClr val="D9EAF7"/>
                </a:solidFill>
              </a:defRPr>
            </a:lvl4pPr>
            <a:lvl5pPr algn="r">
              <a:defRPr sz="1350" b="0">
                <a:solidFill>
                  <a:srgbClr val="D9EAF7"/>
                </a:solidFill>
              </a:defRPr>
            </a:lvl5pPr>
            <a:lvl6pPr algn="r">
              <a:defRPr sz="1350" b="0">
                <a:solidFill>
                  <a:srgbClr val="D9EAF7"/>
                </a:solidFill>
              </a:defRPr>
            </a:lvl6pPr>
            <a:lvl7pPr algn="r">
              <a:defRPr sz="1350" b="0">
                <a:solidFill>
                  <a:srgbClr val="D9EAF7"/>
                </a:solidFill>
              </a:defRPr>
            </a:lvl7pPr>
            <a:lvl8pPr algn="r">
              <a:defRPr sz="1350" b="0">
                <a:solidFill>
                  <a:srgbClr val="D9EAF7"/>
                </a:solidFill>
              </a:defRPr>
            </a:lvl8pPr>
            <a:lvl9pPr algn="r">
              <a:defRPr sz="1350" b="0">
                <a:solidFill>
                  <a:srgbClr val="D9EAF7"/>
                </a:solidFill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D9EAF7"/>
                </a:solidFill>
              </a:defRPr>
            </a:pPr>
            <a:r>
              <a:rPr sz="1350" b="0">
                <a:solidFill>
                  <a:srgbClr val="D9EAF7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873698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2026-10-25T06:47:53.8890000Z</dcterms:created>
  <dcterms:modified xsi:type="dcterms:W3CDTF">2026-10-25T06:47:53.8890000Z</dcterms:modified>
</coreProperties>
</file>